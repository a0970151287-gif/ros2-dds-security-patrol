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七月初到現在，這個專題做了什麼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67712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程式七月初就寫完了。</a:t>
            </a:r>
          </a:p>
          <a:p>
            <a:pPr algn="l">
              <a:lnSpc>
                <a:spcPct val="126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之後三個半月，</a:t>
            </a:r>
            <a:r>
              <a:rPr sz="3379" b="1">
                <a:solidFill>
                  <a:srgbClr val="86605F"/>
                </a:solidFill>
                <a:latin typeface="Microsoft JhengHei"/>
              </a:rPr>
              <a:t>全部花在證明它有效</a:t>
            </a:r>
            <a:r>
              <a:rPr sz="3379" b="1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224528"/>
            <a:ext cx="38404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43984"/>
            <a:ext cx="8595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0" b="0">
                <a:solidFill>
                  <a:srgbClr val="66665F"/>
                </a:solidFill>
                <a:latin typeface="Microsoft JhengHei"/>
              </a:rPr>
              <a:t>2026-07-04 → 2026-10-19，共 107 天。</a:t>
            </a:r>
          </a:p>
          <a:p>
            <a:pPr algn="l">
              <a:lnSpc>
                <a:spcPct val="150000"/>
              </a:lnSpc>
            </a:pPr>
            <a:r>
              <a:rPr sz="1420" b="0">
                <a:solidFill>
                  <a:srgbClr val="66665F"/>
                </a:solidFill>
                <a:latin typeface="Microsoft JhengHei"/>
              </a:rPr>
              <a:t>這份簡報回答一個問題：時間花到哪裡去了。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267712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318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新 commit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6,154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場攻防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1,767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個測試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數字全部從 git 重新量（釘在 commit acaa253）。來源：文件/七月初到現在做了什麼_2026-10-19.md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一句話版本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真正會擋攻擊的那部分，幾乎沒有變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這不是感想，是可以直接從 git 看出來的。把起點跟 10-19 的檔案數並排：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172272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目錄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3665" y="2560320"/>
            <a:ext cx="850026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它放什麼 ／ 7-04 → 10-19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62656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3665" y="2962656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防守端的 ROS 2 節點（真正在擋攻擊的）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37 → 45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只長 1.2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64408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紅隊測試/PoC腳本/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3665" y="3264408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攻擊腳本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25 →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66160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展示指令/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3665" y="3566160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啟動腳本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20 →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67911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firewall_lab/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3665" y="3867911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資料工廠、特徵、決策、證據治理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 → 84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從無到有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工具腳本/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3665" y="4169663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量測與稽核工具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 → 90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30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71416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tests/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3665" y="4471416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測試檔  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 → 105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52.5 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773168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文件/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3665" y="4773168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報告、帳本、實驗紀錄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14 → 567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40.5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5312664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449824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真正會擋攻擊的那部分只長了 1.2 倍，而驗證它的那部分長了 30 到 52 倍。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整段期間 976 個檔案變動、新增 342,406 行、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而刪除只有 1,500 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這不是「寫錯再重寫」，是一直往外長。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firewall_lab 白話說就是一座實驗工廠：排程攻防、錄證據、算特徵、並在證據不完整時拒絕讓那一場進訓練。它本身一行都不在機器人上跑。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時間實際上花在哪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四件事，而它們吃掉的東西不一樣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吃機器時間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做假攻擊收資料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1901952"/>
            <a:ext cx="2395728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吃人的時間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修量測工具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吃腦力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推翻自己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比想像中多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寫文件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200400"/>
            <a:ext cx="1876348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① 做假攻擊、收資料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284" y="3200400"/>
            <a:ext cx="8346643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讓程式自己扮演攻擊者去打自己的機器人，每一場錄下所有證據。</a:t>
            </a:r>
          </a:p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四批共 6,154 場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；光最後那批 3,837 場，用量到的 37–39 場／小時推算就是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約 100 小時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，而且必須連續跑 ⇒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7 月只有 5 個 commit 不是停工，是機器在跑而人在等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852672"/>
            <a:ext cx="1876348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② 修量測工具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7284" y="3852672"/>
            <a:ext cx="8346643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最不直覺的一個。攻擊程式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回報送出 1,223 萬筆訊息，實際上一筆都沒離開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；錄封包的工具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開在錯的網路介面上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；一個檢查工具去讀一個不存在的欄位，於是對 2,053 場全部回報「沒問題」。</a:t>
            </a:r>
          </a:p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這類事情累計 31 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504944"/>
            <a:ext cx="187634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③ 跑實驗、推翻自己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7284" y="4504944"/>
            <a:ext cx="834664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模型那一半有一半的工作是在否證自己上一輪的結論。最極端的一次是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一個看起來完美（1.0000）的成績，被證明從來沒有在度量它宣稱的那件事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945888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④ 寫文件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7284" y="4945888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文件/ 從 14 長到 567，但大多數不是「報告」而是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實驗紀錄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：每一輪的預測、量到的數字、以及哪個假設被推翻了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逐月新增 commit：7 月 5／8 月 131／9 月 103／10 月 80。「哪個桶最吃人的時間」是判斷不是量測 —— 這個專題沒有工時紀錄。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675120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六段沒有 commit 的空窗，每一段都不是停工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git 上有六段三天以上沒有動靜。看兩端的 commit 在講什麼，就知道那段時間在做什麼：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60320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空窗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560320"/>
            <a:ext cx="819302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天數 ／ 那段時間在做什麼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962656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07-05 → 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962656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32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等資料（正式 campaign 尚未開始，在做前置）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264408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08-08 → 08-13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3" y="3264408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6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1,100 場正式 campaign 在跑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09-05 → 09-14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3566160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等新一批資料 ＋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67911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09-28 → 10-01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867911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4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大型 campaign 在跑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169663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10-04 → 10-07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3" y="4169663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4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跨主機實驗的準備與排程對齊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471416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10-12 → 10-14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3" y="4471416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3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3,837 場跑完，準備重訓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504748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18464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另一側，單日最多的三天是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08-18 的 27 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、09-02 的 21 個、09-25 的 20 個。而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08-18 那天正是查出兩個收集器 bug 的那一天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commit 的密度不是工作量，是「發現東西壞了」的密度。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⚠️ 這個對應是從 commit 主旨推的，不是工時表。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0　07-04 → 08-05　5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起點：一次自己打自己的實驗，指出要害在哪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做了什麼實驗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7284" y="1883664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把簽發憑證的那把金鑰設成所有人可讀 ⇒ 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偽造成功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；而只從網路上攻、拿不到那把金鑰的攻擊者 ⇒ </a:t>
            </a:r>
            <a:r>
              <a:rPr sz="1300" b="1">
                <a:solidFill>
                  <a:srgbClr val="657065"/>
                </a:solidFill>
                <a:latin typeface="Microsoft JhengHei"/>
              </a:rPr>
              <a:t>進不來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得到什麼結論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84" y="2185416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要害是金鑰的保管，不是協定本身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1876348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於是改了什麼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84" y="2487168"/>
            <a:ext cx="8346643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把兩種憑證的簽發權分開（身份用一把 CA、權限用另一把）、把原本用通用符號開放的權限收緊成逐項列舉、寫了 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28 項離線稽核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34716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誠實地沒做的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284" y="2934716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Windows 那一側的加固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結構上做不了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：腳本量到自己沒有管理員身分，所以它不做，而不是假裝做了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492500"/>
            <a:ext cx="1024128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629660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而機器學習那一半當時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連「有沒有人在攻擊」這一題都還不行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：用自己的弱標籤資料，PR-AUC（0 到 1 的分數，越高越好）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 0.20 → 0.25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；而同一套方法在公開的 RTPS 攻擊資料集上是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0.98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自己的資料對公開資料集差這麼多，就是後面三個半月要回答的第一個問題。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另外修掉一支攻擊腳本自己會崩潰的 bug：雷射掃描的角度上下界相等時除以零。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1　08-06 → 08-21　33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資料工廠：跑出 1,100 場，然後發現兩個洞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883664"/>
            <a:ext cx="2395728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正式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1,100 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1883664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證據檔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19,204 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883664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雜湊失配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0 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883664"/>
            <a:ext cx="2395728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單日 commit 最高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27 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163824"/>
            <a:ext cx="21835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決定後面所有事的那件事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4523" y="3163824"/>
            <a:ext cx="80394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從網路流量就能認出系統有沒有開安全模式（可分離度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0.9451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，門檻 0.70）⇒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兩種模式必須分開訓練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438144"/>
            <a:ext cx="21835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第一個洞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4523" y="3438144"/>
            <a:ext cx="80394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參數竄改攻擊的遙測，掛在一個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攻擊流量到不了的層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712464"/>
            <a:ext cx="2183587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第二個洞（更嚴重）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4523" y="3712464"/>
            <a:ext cx="8039404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重放攻擊的腳本通訊設定與防守端不相容，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底層直接不投遞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。50 場裡 50 場都有不相容的日誌，而 9,502 筆簽章檢查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全部是通過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防重放的主要防線，在正式資料裡一次都沒有被走過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153408"/>
            <a:ext cx="2183587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修好之後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4523" y="4153408"/>
            <a:ext cx="8039404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用同樣的設定重跑 300 場，那兩類從 0.375／0.429 升到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1.000／1.000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沒有被修的類別沒有動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提升來自那兩個修正，不是「新資料比較乾淨」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「沒有被修的類別沒有動」那一句是刻意設的對照 —— 它排除了批次效應這個解釋。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2　08-25 → 09-04　69 個 commit，全期最密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「這個 IP 真的是攻擊者嗎」要怎麼證明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做法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0046" y="1883664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在旁邊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多跑一個觀測程式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，而不是去改原本的系統 ⇒ 第一次拿到底層協定的遠端認證證據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08-29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046" y="2185416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第一次有一場資料的「來源 IP 已驗證」是真的（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先前 1,101 場全部是假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1569110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08-30 的 soak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46" y="2487168"/>
            <a:ext cx="8653881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8 小時無人值守、80 輪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：79 輪成立、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79 個互不相同的攻擊者識別碼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、而 80 輪裡</a:t>
            </a:r>
            <a:r>
              <a:rPr sz="1300" b="1">
                <a:solidFill>
                  <a:srgbClr val="657065"/>
                </a:solidFill>
                <a:latin typeface="Microsoft JhengHei"/>
              </a:rPr>
              <a:t>沒有一次把自己的 IP 誤判成攻擊者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172460"/>
            <a:ext cx="10241280" cy="90925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9620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 08-31 查出一個會讓既有結論失效的缺陷：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1,400 場的網路分析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全部少帶一個參數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，導致封包被整批丟掉、連線數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虛增 7.96 倍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；而且切時間窗的方式也錯了（真實流量跨 46 秒，但所有連線的起點擠在前 9 秒）。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修法是改成逐封包切窗，而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任何引用網路特徵數值的既有結論都要重做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包含先前訓練好的模型。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那 79 個識別碼互不相同很重要：它證明機制對任意新身份都成立，不是某一次綁定剛好穩定。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3　09-15 → 09-27　49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「換一個模型會不會更好」——答案幾乎都是不會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97876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解析度本來就不夠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9697" y="1883664"/>
            <a:ext cx="824423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原本每個類別只有 3 場，所以「3 場全錯」就顯示成 0.000。換成 17 場之後，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真正永遠為零的類別從 5 個變成 1 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24608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類神經網路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697" y="2324608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TCN／GRU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六次比較沒有一次贏過樹模型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98928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24 個學習法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9697" y="2598928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前七名的差距只有 0.02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—— 大約就是雜訊的量級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3247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真正有用的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9697" y="2873247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不是換模型，是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換問題的問法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：從「一個時間窗一次判斷」改成「一整場一次判斷」，Enforce 模式進步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0.093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147567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一個乾淨的否定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9697" y="3147567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Enforce 模式的未知攻擊偵測掃完整個格子：3 種評分器 × 8 種規則，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24 格全部是 0.0000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641343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778503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而這段最重要的發現是量測工具自己的缺陷：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切資料的工具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不會洗牌、也不吃隨機種子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，所以前面好幾輪的排名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全部來自同一個偏斜的切法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。修好之後排名重排，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原本的第 1 名掉到第 4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。這是第 13 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那 24 格全零不是「還沒調好」，是一個可引用的否定結果：那條路在應用層已經沒有東西可調。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4　10-02 → 10-11　40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工程問題，然後那條鏈第一次完整跑完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攻擊 → 證明這個 IP 是攻擊者 → 下封鎖 → 確認封包真的被丟掉 → 撤銷 → 確認恢復。九項檢查全過。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505456"/>
            <a:ext cx="3273552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633472"/>
            <a:ext cx="29626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鏈的檢查項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4"/>
            <a:ext cx="29626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FAF8F3"/>
                </a:solidFill>
                <a:latin typeface="Microsoft JhengHei"/>
              </a:rPr>
              <a:t>九項全過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5928" y="2505456"/>
            <a:ext cx="3273552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2633472"/>
            <a:ext cx="29626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最後一批資料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2889504"/>
            <a:ext cx="29626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3,553 場合格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9208" y="2505456"/>
            <a:ext cx="347472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26334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完成時間預估誤差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889504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1 分 23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85615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最漂亮的一項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2459" y="3785615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封鎖票上的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證據編號，就是那份歸因報告檔案自己的指紋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（SHA-256）⇒ 「是這份證據授權了這次封鎖」可以事後用密碼學證明，不是靠日誌的自述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26560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三個工程問題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2459" y="4226560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三層等待窗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反過來了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（日誌寫「系統起不來」，而系統其實是好的，是被自己的保險機制刻意停掉的）；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94 個殘留程序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而清理規則 16 條全部只涵蓋防守端；特徵抽取把整台機器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卡住 71 分鐘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67503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誰按下去的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2459" y="4667503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第一次核准片語是程式代打的，所以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請本人親手輸入重跑一次，九項再次全過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。而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兩次產物裡那個「人工核准」欄位逐字相同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程式分不出是誰按的，這件事只能由外部紀錄承載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3,553 場這個數字被兩條互相獨立的方法算出來，逐位相同。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5　10-15 → 10-19　27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把考卷封起來，然後花四輪去理解結果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01952"/>
            <a:ext cx="126187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1901952"/>
            <a:ext cx="896111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四份考卷封印、跑完整條驗收流程，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第一次拿到「只讀過一次」的成績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03704"/>
            <a:ext cx="126187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10-16 之後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203704"/>
            <a:ext cx="896111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那幾輪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全是理解而不是改進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：每一輪都先寫下預測再去量，而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幾乎每一輪的主要假設都被自己的量測否證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6148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89864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而這四輪一列測試資料都沒有讀（holdout_reads: 0）。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那是刻意的：封起來的考卷只能拆一次，所以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想自由地推翻自己，就不能動它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。連續 14 輪維持這個狀態。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22192"/>
            <a:ext cx="16715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第一次的成績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2459" y="3822192"/>
            <a:ext cx="85514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「有沒有人在攻擊」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1.0000／0.9151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　「是哪一種攻擊」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0.4655／0.4228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（門檻 0.80）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兩個數字分別是 Permissive 與 Enforce 兩種安全模式，模型分開訓練。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整個專題的中心難點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「有人在攻擊」好判斷，「是哪一種」很難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901952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先更正一個容易被誤讀的對照。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七月初那個 0.25 對 0.98，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兩個都是「有沒有人在攻擊」的分數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，不是「是哪一種」⇒ 當時的落差不在「二元對多類」，而在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自己的資料對公開資料集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26080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2026-07-04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046" y="2926080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有沒有人在攻擊（自己的弱標籤資料）　　　　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0.25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27832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2026-07-04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46" y="3227832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有沒有人在攻擊（公開的 RTPS 攻擊資料集）　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9417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也就是說，七月初連「有沒有人在攻擊」這一題，在自己的資料上都還不行。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169664"/>
            <a:ext cx="18763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2026-10-15，只讀過一次的封印考卷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284" y="4169664"/>
            <a:ext cx="83466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Permissive ／ Enforce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443984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572000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有沒有人在攻擊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7284" y="4572000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657065"/>
                </a:solidFill>
                <a:latin typeface="Microsoft JhengHei"/>
              </a:rPr>
              <a:t>1.0000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420" b="1">
                <a:solidFill>
                  <a:srgbClr val="657065"/>
                </a:solidFill>
                <a:latin typeface="Microsoft JhengHei"/>
              </a:rPr>
              <a:t>0.9151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　　　接近滿分，這一題解決了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873752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是哪一種攻擊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284" y="4873752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86605F"/>
                </a:solidFill>
                <a:latin typeface="Microsoft JhengHei"/>
              </a:rPr>
              <a:t>0.4655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420" b="1">
                <a:solidFill>
                  <a:srgbClr val="86605F"/>
                </a:solidFill>
                <a:latin typeface="Microsoft JhengHei"/>
              </a:rPr>
              <a:t>0.4228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　　　門檻 0.80，不到一半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同一批資料、同一批模型，一個接近滿分，一個不到一半。</a:t>
            </a:r>
            <a:r>
              <a:rPr sz="819" b="0">
                <a:solidFill>
                  <a:srgbClr val="66665F"/>
                </a:solidFill>
                <a:latin typeface="Microsoft JhengHei"/>
              </a:rPr>
              <a:t>　而這個不對稱從七月初延續到現在 —— 只是難點整個轉移了。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為什麼「是哪一種」這麼難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五層原因，三個半月逐層剝出來的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一　標籤跟證據對不上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348" y="1883664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300 場的「定義性證據」整個是空的 ⇒ 修好之後那兩類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0.375／0.429 → 1.000／1.000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二　網路那半邊是壞的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9348" y="2157984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1,400 場的分析少帶一個參數，連線數虛增 7.96 倍 ⇒ 修好之後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升最多的正好是當時最難的那兩類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32303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三　有些攻擊沒有專屬痕跡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348" y="2432303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一個類別要被認出來，必須留下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只有它會留下的痕跡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。而 Enforce 模式下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八個類別沒有任何專屬痕跡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，兩兩之間 28 組全部分不開 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這一層是真正的天花板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3247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四　防禦越有效，痕跡越少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348" y="2873247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最反直覺的一層。Enforce 會把攻擊者在握手階段就擋掉，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所以它連應用層都進不來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量化之後，整個 18 項的應用層遙測對「是哪一種」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只值 0.0009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，幾乎是零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314191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五　先前的高分是單批次上限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348" y="3314191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10-16 才查明，下一頁。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807967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945127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安全機制生效的直接後果，就是識別率的上界。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這是一個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取捨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，不是缺陷 —— 而把它量成一個數字（0.0009），比只說「Enforce 比較難」有用得多。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第三、四層是硬邊界，不是調參可以解決的 —— 那也是為什麼「再換一個模型」買不到東西。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最值得講的一句話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59536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2F302D"/>
                </a:solidFill>
                <a:latin typeface="Microsoft JhengHei"/>
              </a:rPr>
              <a:t>偵測不到，但擋住了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有一類攻擊是「拿到合法憑證的內部人去偽造簽章訊息」。對它做了一次完整的掃描：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它與正常流量的最大可分離度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2699" y="2560320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86605F"/>
                </a:solidFill>
                <a:latin typeface="Microsoft JhengHei"/>
              </a:rPr>
              <a:t>0.0507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（理論上限 0.5）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62072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同一張表上另外三類攻擊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2699" y="2862072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0.4960 – 0.5000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63824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掃過的特徵欄位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2699" y="3163824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全部 138 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685032"/>
            <a:ext cx="859536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22192"/>
            <a:ext cx="819302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它是這批資料裡唯一一個、在觀測到的整個特徵空間裡與正常流量不可區分的攻擊類別。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機制也說得通：有合法憑證所以不產生認證失敗、流量是加密的、訊息很小、而簽章拒絕發生在應用層 —— 而上一頁的第四層剛說過那一層看不到東西。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32032"/>
            <a:ext cx="221650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而防禦仍然擋住了它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7441" y="4832032"/>
            <a:ext cx="636056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657065"/>
                </a:solidFill>
                <a:latin typeface="Microsoft JhengHei"/>
              </a:rPr>
              <a:t>11 則偽造被拒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0 則被接受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下一則真訊息照常通過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280160"/>
            <a:ext cx="1828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D1CCC4"/>
                </a:solidFill>
                <a:latin typeface="Microsoft JhengHei"/>
              </a:rPr>
              <a:t>這正好說明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為什麼要做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分層防禦，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而不是只做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一個 AI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偵測器。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這一輪第一次把「偵測不到」量到了底（0.0507 對上限 0.5），而不是只說它 recall 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2026-10-16　我自己推翻自己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那個 1.0000 從來沒有度量過它宣稱的東西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640 場那批，交叉驗證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4174" y="1883664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1.0000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完美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3,553 場新資料，同樣設定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4174" y="2185416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0.5124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封印考卷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4174" y="2487168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0.4655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008376"/>
            <a:ext cx="1024128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45536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我第一個解釋是「交叉驗證沒有轉移到真實測試」。那個框架是錯的。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交叉驗證 0.5124 → 封印考卷 0.4655，差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只有 0.047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，轉移得很好。而 640 場 1.0000 → 3,553 場 0.5124，差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0.49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落差不在「驗證到測試」，在兩批資料之間。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155376"/>
            <a:ext cx="10241280" cy="552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真因是量出來的：那 640 場是同一天、連續幾個批次跑完的，所以每一場的「背景環境」幾乎一樣。把新資料也限制在單一個 3 小時的批次裡：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908613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640 場那批（單批次）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4174" y="4908613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2.141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　最近鄰正確率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0.9490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210365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新資料，只取一個 3 小時的窗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4174" y="5210365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2.177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512117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新資料，全部 18.2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4174" y="5512117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0.588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　最近鄰正確率　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0.4670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把新資料限制在一個批次裡，它的幾何就變成 640 場那批的幾何 ⇒ 那個 1.0000 是單批次上限，不是泛化能力。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花最多時間、卻最看不見的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量測工具自己壞掉，累計 31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這 31 次都是同一個形狀：「防禦沒有反應」與「量測管線壞掉」，在資料上長得一模一樣。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26956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看到的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6587" y="2560320"/>
            <a:ext cx="75273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實際上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62656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報告送出 1,223 萬筆訊息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587" y="2962656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一筆都沒離開那個程式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（通訊設定不相容）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64408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整批資料的封包都錄到了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6587" y="3264408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錄在錯的網路介面上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，真正要看的流量 0 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66160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2,053 場全部「正常」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6587" y="3566160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檢查程式去讀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一個不存在的欄位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67911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排名第 1 的模型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6587" y="3867911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切資料的工具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不洗牌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，排名全部來自一個偏斜的切法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某個檢查「咬住了 ✅」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6587" y="4169663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它在那一臂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本來就沒有判別力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，所以必然為真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71416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一個檔案縮到只剩 6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6587" y="4471416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我的診斷腳本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把錯誤訊息切斷了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，原檔完好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10912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5148072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一個會截斷輸出的診斷工具，會製造出比沒有輸出更糟的東西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它讓一個完好的檔案看起來像資料損毀。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這就是為什麼後面每一輪都先問「這個量測本身可信嗎」，再問「結果是什麼」。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最新一次（第 34 次）是：數字反查的判別力探針被寫進了文件，於是下一輪它反查得到，自我檢查失效 —— 一個被寫進文件的探針就不再是探針。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驗收機制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我們怎麼確保數字是真的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把考卷封起來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09-26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348" y="1883664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訓練之前先把測試場次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列成清單、算指紋、封起來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；之後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只能拆一次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，第二次執行直接被拒絕 ⇒ 10-15 拿到這個專題第一個「只讀過一次」的成績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24608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先寫下預測再去量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10-17 起八輪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9348" y="2324608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每一輪的預測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單獨提交成一個 commit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，而訊息逐字寫著「刻意不含任何結果」⇒ </a:t>
            </a:r>
            <a:r>
              <a:rPr sz="1280" b="1">
                <a:solidFill>
                  <a:srgbClr val="657065"/>
                </a:solidFill>
                <a:latin typeface="Microsoft JhengHei"/>
              </a:rPr>
              <a:t>git 歷史自己證明註冊先於量測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，不需要相信任何人的自述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5552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釘住引用的檔案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08-25 起七份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348" y="2765552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每條宣稱列出它依據哪些檔案、那些檔案的大小與指紋，整份再取一次指紋。而它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刻意不可覆寫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—— 檔案後來變了就出一份新的，不去改舊的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6495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證據不完整就不准進訓練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08-17 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348" y="3206495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實測對 1,100 場是「1,100 接受、1 拒絕」，而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被拒絕的那一場正是真的有問題的那一場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84860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98576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而這套做法連續有四輪是我自己註冊的檢查有設計缺陷。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但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每一輪的缺陷都變成下一輪的事前檢查，而它咬到了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：為了抓第一個缺陷而設計的那道檢查，實測把平手從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11 個降到 0 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、組內變異從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50.7% 降到 1.3%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。最新那一輪的缺陷還沒有對應的檢查，我沒有假裝它已經解決。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「只能拆一次」為什麼需要：先前的測試資料已經被反覆看過，而看過之後再調參數會讓分數變好但不代表能力變好。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現在在哪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6126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九個項目，以及三次往下修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83664"/>
            <a:ext cx="31674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8417" y="1883664"/>
            <a:ext cx="29407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現況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157984"/>
            <a:ext cx="61264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資料集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8417" y="2286000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5117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攻擊偵測（有沒有人在攻擊）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8417" y="255117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1635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攻擊識別（是哪一種）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8417" y="281635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60%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現在 0.4655／0.4228，門檻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25729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未知攻擊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8417" y="325729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55%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現在 0.1645，門檻 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52247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回應／執行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8417" y="352247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整條鏈有實測，但無模型判定參與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96341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單機防禦驗證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8417" y="396341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89%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九項裡過了 8 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2859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跨主機／硬體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8417" y="422859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三台機器 ＋ 真核心防火牆，但不是長時間測試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669536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攻擊面覆蓋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8417" y="4669536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87%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23 條規則裡 20 條有腳本能產生資料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5110480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文件／簡報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8417" y="5110480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100%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報告、簡報、證據總帳、答辯腳本都涵蓋現況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1188720"/>
            <a:ext cx="3749039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1316736"/>
            <a:ext cx="3438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整體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572768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AF8F3"/>
                </a:solidFill>
                <a:latin typeface="Microsoft JhengHei"/>
              </a:rPr>
              <a:t>85.67%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744" y="23957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00">
                <a:solidFill>
                  <a:srgbClr val="A18F83"/>
                </a:solidFill>
                <a:latin typeface="Microsoft JhengHei"/>
              </a:rPr>
              <a:t>771 ÷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744" y="2852928"/>
            <a:ext cx="8065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三次往下修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532" y="2852928"/>
            <a:ext cx="29242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而沒有一次是因為東西壞了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3127248"/>
            <a:ext cx="3749039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3255264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08-28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532" y="3255264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F302D"/>
                </a:solidFill>
                <a:latin typeface="Microsoft JhengHei"/>
              </a:rPr>
              <a:t>71% → 70%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新增「單機防禦驗證」一列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3767328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09-02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532" y="3767328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F302D"/>
                </a:solidFill>
                <a:latin typeface="Microsoft JhengHei"/>
              </a:rPr>
              <a:t>78% → 76%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新增「攻擊面覆蓋」一列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4279392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10-15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0532" y="4279392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86605F"/>
                </a:solidFill>
                <a:latin typeface="Microsoft JhengHei"/>
              </a:rPr>
              <a:t>87.33% → 84.56%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第一次拿到只讀過一次的成績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95744" y="4974336"/>
            <a:ext cx="3749039" cy="110261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5111496"/>
            <a:ext cx="3346703" cy="828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把一直存在但沒被計分的軸攤開，不應該讓總分變好看，會降低才是對的。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而 10-15 那一次：驗收門檻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一個字都沒有改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，改的是百分比去跟上證據。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如果有人問「為什麼分數變低了，是不是做壞了」：先前那些高分是在較弱的證據等級上拿到的，而 0.4655 是唯一可以用來預期部署表現的那一個。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還沒做成的，也講清楚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它還不能自動封鎖，而那是刻意的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876348" cy="637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不能自動封鎖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7284" y="1883664"/>
            <a:ext cx="8346643" cy="637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那條鏈九項全過，但</a:t>
            </a:r>
            <a:r>
              <a:rPr sz="1250" b="1">
                <a:solidFill>
                  <a:srgbClr val="86605F"/>
                </a:solidFill>
                <a:latin typeface="Microsoft JhengHei"/>
              </a:rPr>
              <a:t>沒有任何模型判定參與其中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：封鎖對象來自歸因證據，動手的權限來自人親手輸入的核准片語。授權執行的攻擊類別清單目前是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空的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，真核心封鎖的總開關是 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False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 ⇒ 剩下的阻塞不是「機制行不行」，是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「誰有權觸發」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21077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識別還不夠好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84" y="2521077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0.4655／0.4228 對門檻 0.80，而其中一部分是硬邊界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95397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未知攻擊只有 0.1645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84" y="2795397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Enforce 那一半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連評估都跑不了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（24 格全零之後，那個選擇不可能有影響）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69717"/>
            <a:ext cx="1876348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跨主機只做過一次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284" y="3069717"/>
            <a:ext cx="8346643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一個目標、一張票、存活 90 秒、1 個封包被丟棄、一種攻擊、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沒有正向對照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（沒驗過「合法的遠端程式不應該被封鎖」）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00755"/>
            <a:ext cx="1876348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攻擊面 20／23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7284" y="3500755"/>
            <a:ext cx="8346643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缺的三類逐個查過，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沒有一個是「要寫新腳本」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；而第三個是</a:t>
            </a:r>
            <a:r>
              <a:rPr sz="1250" b="1">
                <a:solidFill>
                  <a:srgbClr val="657065"/>
                </a:solidFill>
                <a:latin typeface="Microsoft JhengHei"/>
              </a:rPr>
              <a:t>規避成功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 —— 它繞過了白名單比對，所以產生不了資料。那是結果不是缺口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七月初，防守端的程式就差不多寫完了。之後三個半月，全部花在一件事上：讓每一個宣稱都有人可以反過來驗證它。</a:t>
            </a:r>
            <a:r>
              <a:rPr sz="819" b="0">
                <a:solidFill>
                  <a:srgbClr val="66665F"/>
                </a:solidFill>
                <a:latin typeface="Microsoft JhengHei"/>
              </a:rPr>
              <a:t>　　　［Sources］文件/七月初到現在做了什麼_2026-10-19.md、CLAUDE.md 狀態表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