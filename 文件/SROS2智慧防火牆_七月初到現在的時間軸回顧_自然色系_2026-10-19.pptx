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22231" y="0"/>
            <a:ext cx="2569464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847088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379" b="1">
                <a:solidFill>
                  <a:srgbClr val="2F302D"/>
                </a:solidFill>
                <a:latin typeface="Microsoft JhengHei"/>
              </a:rPr>
              <a:t>SROS2 智慧防火牆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798064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40">
                <a:solidFill>
                  <a:srgbClr val="A18F83"/>
                </a:solidFill>
                <a:latin typeface="Microsoft JhengHei"/>
              </a:rPr>
              <a:t>TIMELINE RETROSPECTIVE  ·  2026-07-04 → 2026-10-19  ·  107 天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3383280"/>
            <a:ext cx="3840480" cy="2011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3639312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從 PR-AUC 0.25 到一個被量過的天花板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645152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七月初有一個被硬化過的 SROS2 系統，和一個在自有資料上 PR-AUC </a:t>
            </a:r>
            <a:r>
              <a:rPr sz="1350" b="1">
                <a:solidFill>
                  <a:srgbClr val="66665F"/>
                </a:solidFill>
                <a:latin typeface="Microsoft JhengHei"/>
              </a:rPr>
              <a:t>0.25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 的機器學習基線。</a:t>
            </a: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那 0.25 對外部乾淨資料 </a:t>
            </a:r>
            <a:r>
              <a:rPr sz="1350" b="1">
                <a:solidFill>
                  <a:srgbClr val="66665F"/>
                </a:solidFill>
                <a:latin typeface="Microsoft JhengHei"/>
              </a:rPr>
              <a:t>0.98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 的落差，是這 107 天唯一的題目。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8704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80">
                <a:solidFill>
                  <a:srgbClr val="99988D"/>
                </a:solidFill>
                <a:latin typeface="Microsoft JhengHei"/>
              </a:rPr>
              <a:t>人工智慧系專題｜Jesse｜目標 2027.05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85248" y="1581912"/>
            <a:ext cx="1828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50" b="0">
                <a:solidFill>
                  <a:srgbClr val="FAF8F3"/>
                </a:solidFill>
                <a:latin typeface="Microsoft JhengHei"/>
              </a:rPr>
              <a:t>0.25</a:t>
            </a:r>
          </a:p>
          <a:p>
            <a:pPr algn="l">
              <a:lnSpc>
                <a:spcPct val="170000"/>
              </a:lnSpc>
            </a:pPr>
            <a:r>
              <a:rPr sz="1350" b="0">
                <a:solidFill>
                  <a:srgbClr val="FAF8F3"/>
                </a:solidFill>
                <a:latin typeface="Microsoft JhengHei"/>
              </a:rPr>
              <a:t>↓</a:t>
            </a:r>
          </a:p>
          <a:p>
            <a:pPr algn="l">
              <a:lnSpc>
                <a:spcPct val="170000"/>
              </a:lnSpc>
            </a:pPr>
            <a:r>
              <a:rPr sz="1350" b="0">
                <a:solidFill>
                  <a:srgbClr val="FAF8F3"/>
                </a:solidFill>
                <a:latin typeface="Microsoft JhengHei"/>
              </a:rPr>
              <a:t>0.98</a:t>
            </a:r>
          </a:p>
          <a:p>
            <a:pPr algn="l">
              <a:lnSpc>
                <a:spcPct val="170000"/>
              </a:lnSpc>
            </a:pPr>
          </a:p>
          <a:p>
            <a:pPr algn="l">
              <a:lnSpc>
                <a:spcPct val="170000"/>
              </a:lnSpc>
            </a:pPr>
            <a:r>
              <a:rPr sz="1350" b="0">
                <a:solidFill>
                  <a:srgbClr val="FAF8F3"/>
                </a:solidFill>
                <a:latin typeface="Microsoft JhengHei"/>
              </a:rPr>
              <a:t>150 → 1,035</a:t>
            </a:r>
          </a:p>
          <a:p>
            <a:pPr algn="l">
              <a:lnSpc>
                <a:spcPct val="170000"/>
              </a:lnSpc>
            </a:pPr>
            <a:r>
              <a:rPr sz="1350" b="0">
                <a:solidFill>
                  <a:srgbClr val="FAF8F3"/>
                </a:solidFill>
                <a:latin typeface="Microsoft JhengHei"/>
              </a:rPr>
              <a:t>24 → 1,767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95560" y="5202936"/>
            <a:ext cx="1444752" cy="173736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95560" y="5504688"/>
            <a:ext cx="1444752" cy="17373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95560" y="5806440"/>
            <a:ext cx="1444752" cy="173736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95560" y="6108192"/>
            <a:ext cx="1444752" cy="17373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THE STARTING LINE  ·  2026-07-04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9669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起點：一個被硬化過的系統，和一個知道自己為什麼不夠好的基線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00834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那一天有 5 個 commit，然後整整一個月沒有任何 commit（07-05 → 08-05 零筆）⇒ 它是一個乾淨的分界線。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795778"/>
            <a:ext cx="25017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已經做完的（現在仍然成立）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2734" y="2795778"/>
            <a:ext cx="232623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</a:p>
        </p:txBody>
      </p:sp>
      <p:sp>
        <p:nvSpPr>
          <p:cNvPr id="10" name="Rectangle 9"/>
          <p:cNvSpPr/>
          <p:nvPr/>
        </p:nvSpPr>
        <p:spPr>
          <a:xfrm>
            <a:off x="612648" y="3070098"/>
            <a:ext cx="48463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198114"/>
            <a:ext cx="2501798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雙 CA 分離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2734" y="3198114"/>
            <a:ext cx="2326233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identity CA ≠ permissions 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662172"/>
            <a:ext cx="250179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最小權限 ACL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2734" y="3662172"/>
            <a:ext cx="232623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取代 wildcard 授權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63924"/>
            <a:ext cx="250179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sros2_稽核.sh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2734" y="3963924"/>
            <a:ext cx="232623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28 項離線稽核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265676"/>
            <a:ext cx="2501798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N25 crash 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2734" y="4265676"/>
            <a:ext cx="2326233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畸形 /scan 的 ZeroDivisionError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2795778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當時不存在的東西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795778"/>
            <a:ext cx="24140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</a:p>
        </p:txBody>
      </p:sp>
      <p:sp>
        <p:nvSpPr>
          <p:cNvPr id="21" name="Rectangle 20"/>
          <p:cNvSpPr/>
          <p:nvPr/>
        </p:nvSpPr>
        <p:spPr>
          <a:xfrm>
            <a:off x="5824728" y="3070098"/>
            <a:ext cx="502920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24728" y="3198114"/>
            <a:ext cx="259689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firewall_lab/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3198114"/>
            <a:ext cx="2414015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 個檔案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3499866"/>
            <a:ext cx="259689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tests/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3499866"/>
            <a:ext cx="2414015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 個檔案 ／ 24 個測試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4728" y="3801618"/>
            <a:ext cx="259689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工具腳本/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3801618"/>
            <a:ext cx="2414015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3 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4728" y="4103370"/>
            <a:ext cx="259689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文件/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4103370"/>
            <a:ext cx="2414015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14 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" y="5004054"/>
            <a:ext cx="10241280" cy="56692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" y="5141214"/>
            <a:ext cx="98389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⇒ 沒有資料工廠、沒有驗收機制、沒有證據治理。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　整個 firewall_lab／特徵管線／決策引擎／回應 backend／證據治理都還不存在。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git log fa6b58c…42da766 的 commit body 逐字讀過；git ls-tree -r 計數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00159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THE ONLY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5895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那個 0.25 對 0.98，是整個專題的中心難點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47088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同一個 commit（42da766）裡的 ML-IDS 基線，在兩批資料上的 PR-AUC：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05456"/>
            <a:ext cx="438363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4569" y="2505456"/>
            <a:ext cx="31875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PR-AUC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779776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907792"/>
            <a:ext cx="438363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自有的弱標 Zeek conn.log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4569" y="2907792"/>
            <a:ext cx="318759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86605F"/>
                </a:solidFill>
                <a:latin typeface="Microsoft JhengHei"/>
              </a:rPr>
              <a:t>0.20 → 0.25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73552"/>
            <a:ext cx="438363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外部乾淨資料（HCRL RTPS）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4569" y="3273552"/>
            <a:ext cx="318759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57065"/>
                </a:solidFill>
                <a:latin typeface="Microsoft JhengHei"/>
              </a:rPr>
              <a:t>0.98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3877056"/>
            <a:ext cx="7589520" cy="2011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061764"/>
            <a:ext cx="7589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⭐ 這是中心難點的第一次量化陳述：模型不是不行，是自有資料的標籤與證據不夠。</a:t>
            </a: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三個月後的每一條主線，都可以回溯到這個 0.25 對 0.98 的落差 —— 而它在 10 月中被拆成五層並逐層量過（見第 13 頁）。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121408"/>
            <a:ext cx="2651760" cy="1078992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24942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自有資料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505456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0.25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346704"/>
            <a:ext cx="2651760" cy="107899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3474720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外部資料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730752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0.98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4572000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4700016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落差的真因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4956048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80" b="1">
                <a:solidFill>
                  <a:srgbClr val="2F302D"/>
                </a:solidFill>
                <a:latin typeface="Microsoft JhengHei"/>
              </a:rPr>
              <a:t>觀測層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42da766 commit body；文件/七月初到現在做了什麼_2026-10-19.md §1.1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00159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SCALE  ·  107 DAYS 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589520" cy="9669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程式長 6.9 倍，而防守端的 src/ 只長 1.2 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19122"/>
            <a:ext cx="7589520" cy="5520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git diff --shortstat fa6b58c HEAD ⇒ 976 files changed, 342,406 insertions(+), 1,500 deletions(-)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854071"/>
            <a:ext cx="316931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目錄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0246" y="2854071"/>
            <a:ext cx="440192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2026-07-04 → 2026-10-19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3128390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256407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文件/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0246" y="3256407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14 → 567　　40.5×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547186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tests/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0246" y="3547186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 → 105　　52.5×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837965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工具腳本/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0246" y="3837965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3 → 90　　30.0×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128744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firewall_lab/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0246" y="4128744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 → 84　　（無中生有）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419523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紅隊測試/PoC腳本/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0246" y="4419523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25 → 35　　1.4×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710302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src/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0246" y="4710302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37 → 45　　1.2×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001082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全 repo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0246" y="5001082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150 → 1,035　　6.9×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5511317"/>
            <a:ext cx="7589520" cy="715899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5648477"/>
            <a:ext cx="7187184" cy="441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⭐ 最說明問題的兩列是 src/ 只長 1.2 倍而 tests/ 長 52 倍：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02D"/>
                </a:solidFill>
                <a:latin typeface="Microsoft JhengHei"/>
              </a:rPr>
              <a:t>　防守端的程式幾乎沒有變，變的是「怎麼證明它有效」。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121408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224942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刪除行數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2505456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1,500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3346704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8" y="3474720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測試（獨立收集）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8" y="3730752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1">
                <a:solidFill>
                  <a:srgbClr val="2F302D"/>
                </a:solidFill>
                <a:latin typeface="Microsoft JhengHei"/>
              </a:rPr>
              <a:t>24 → 1,767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4572000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4700016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commit 累計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4956048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80" b="1">
                <a:solidFill>
                  <a:srgbClr val="2F302D"/>
                </a:solidFill>
                <a:latin typeface="Microsoft JhengHei"/>
              </a:rPr>
              <a:t>35 → 354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git diff --shortstat；git ls-tree -r --name-only；pytest 獨立收集 1,767（grep 只數到 1,410，低估是 parametrize 造成的）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TIMELINE  ·  SIX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時間軸：六個階段，而每一段空窗都對得上一件事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2880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commit 直方圖：07 月 5 個　·　08 月 131 個　·　09 月 103 個　·　10 月 80 個。單日峰值是 08-18 的 27 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05456"/>
            <a:ext cx="26444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階段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5380" y="2505456"/>
            <a:ext cx="75785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內容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779776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907792"/>
            <a:ext cx="2644444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階段 0　07-04 → 08-05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5380" y="2907792"/>
            <a:ext cx="757854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起點與一個月的空窗　·　5 個 commit，然後零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47948"/>
            <a:ext cx="2644444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階段 1　08-06 → 08-21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5380" y="3247948"/>
            <a:ext cx="757854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資料工廠　·　33 個 commit　·　1,100 場 campaign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588105"/>
            <a:ext cx="2644444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階段 2　08-25 → 09-04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5380" y="3588105"/>
            <a:ext cx="757854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證據治理與跨主機　·　69 個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928262"/>
            <a:ext cx="2644444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階段 3　09-15 → 09-27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5380" y="3928262"/>
            <a:ext cx="757854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模型選型與量測工具　·　49 個 commit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268419"/>
            <a:ext cx="2644444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階段 4　10-02 → 10-11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5380" y="4268419"/>
            <a:ext cx="757854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工程問題與跨主機鏈　·　40 個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608576"/>
            <a:ext cx="2644444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階段 5　10-15 → 10-19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5380" y="4608576"/>
            <a:ext cx="757854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驗收與理解　·　27 個 commit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186476"/>
            <a:ext cx="10241280" cy="715899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5323636"/>
            <a:ext cx="9838944" cy="441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⭐ 空窗是資料在跑，不是停工。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　07-05 → 08-05 的 32 天是在想「0.25 對 0.98 要怎麼辦」，而答案是不要再調模型，去把資料做對；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02D"/>
                </a:solidFill>
                <a:latin typeface="Microsoft JhengHei"/>
              </a:rPr>
              <a:t>　其餘五段空窗（6／10／4／4／3 天）全部對得上一次 campaign 在跑或跑完後的沉澱。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git log --format=%ad --date=short 逐日計數；⚠️ 「空窗對得上什麼」是從 commit 主旨與 campaign 日誌推的，不是工時紀錄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00159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PHASE 1  ·  THE DATA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589520" cy="9669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資料工廠：1,100 場，以及兩個把防禦偽裝成有效的缺陷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247137"/>
            <a:ext cx="14996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日期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247137"/>
            <a:ext cx="60716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事件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521457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649473"/>
            <a:ext cx="149961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08-06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649473"/>
            <a:ext cx="607161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M1 多模態管線第一次端到端跑通（loopback）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51225"/>
            <a:ext cx="149961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08-13／14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2951225"/>
            <a:ext cx="607161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1,100 場正式 campaign，0 errors、19,204 個 artifact、0 hash 失配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252977"/>
            <a:ext cx="149961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08-17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552" y="3252977"/>
            <a:ext cx="607161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跨模式可分離度 0.9451（門檻 0.70）⇒ 必須分模式訓練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554729"/>
            <a:ext cx="149961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08-18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3554729"/>
            <a:ext cx="607161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單日 27 個 commit（全期峰值）—— 查出兩個 collector 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856481"/>
            <a:ext cx="149961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08-21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3856481"/>
            <a:ext cx="607161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300 場受控重跑，三個事前預測全部成立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4377690"/>
            <a:ext cx="7589520" cy="90925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514850"/>
            <a:ext cx="7187184" cy="634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parameter_call_rate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 的 hook 掛在 rcl 的 read-only 拒絕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之下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（攻擊流量到不了那一層）；</a:t>
            </a:r>
          </a:p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replay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 的 N1 心跳重放是 BEST_EFFORT 對 RELIABLE ⇒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DDS 直接不投遞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　50／50 場都有 incompatible QoS 日誌，而 9,502 筆 HMAC 全是 accepted。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451538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⇒ ReplayCache 這條主防線，在正式資料裡一次都沒有被走過。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121408"/>
            <a:ext cx="2651760" cy="107899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224942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重跑後 replay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505456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FAF8F3"/>
                </a:solidFill>
                <a:latin typeface="Microsoft JhengHei"/>
              </a:rPr>
              <a:t>0.375 → 1.000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3346704"/>
            <a:ext cx="2651760" cy="107899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3474720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parameter_tamper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3730752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FAF8F3"/>
                </a:solidFill>
                <a:latin typeface="Microsoft JhengHei"/>
              </a:rPr>
              <a:t>0.429 → 1.000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4572000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4700016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沒被修的那兩類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4956048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1">
                <a:solidFill>
                  <a:srgbClr val="2F302D"/>
                </a:solidFill>
                <a:latin typeface="Microsoft JhengHei"/>
              </a:rPr>
              <a:t>沒有改善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CLAUDE.md C2C-013／024；validation 數字，不是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00159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PHASE 2  ·  EVIDENCE &amp; THE SECOND 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5895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證據治理與跨主機，以及最大的一次自我否證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38528"/>
            <a:ext cx="14996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日期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1938528"/>
            <a:ext cx="60716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事件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212848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340864"/>
            <a:ext cx="1499616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08-25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340864"/>
            <a:ext cx="6071616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Codex 的 P0／P1／P2：版本治理、family-LOO、RTPS 身份契約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631643"/>
            <a:ext cx="1499616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08-26／27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2631643"/>
            <a:ext cx="6071616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第一次拿到 DDS 層的遠端認證證據（C++ sidecar observer）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922422"/>
            <a:ext cx="1499616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08-29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552" y="2922422"/>
            <a:ext cx="6071616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跨主機身份歸因第一次成立；source_ip_attribution 第一次是 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213201"/>
            <a:ext cx="1499616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08-30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3213201"/>
            <a:ext cx="6071616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79／80，8 小時無人值守、79 個相異 GUID、陰性對照零誤判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503980"/>
            <a:ext cx="1499616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08-31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3503980"/>
            <a:ext cx="6071616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發現 1,400 場的 Zeek 全部沒帶 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794760"/>
            <a:ext cx="1499616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09-03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0552" y="3794760"/>
            <a:ext cx="6071616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640 場全新資料重收；第一次真正獨立的 final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4286707"/>
            <a:ext cx="7589520" cy="896112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423867"/>
            <a:ext cx="71871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02D"/>
                </a:solidFill>
                <a:latin typeface="Microsoft JhengHei"/>
              </a:rPr>
              <a:t>checksum offload 讓封包被整批丟棄，位元組／封包／duration 全部未設定，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conn_count 虛增 7.96 倍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；而「按 conn.log 流起點分窗」也是錯的 —— 一筆 conn 代表整條流，實測流量跨度 46 秒而流起點全擠在前 9 秒。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5329123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⇒ 任何引用網路特徵數值的既有結論都要重做。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121408"/>
            <a:ext cx="2651760" cy="1078992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224942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conn_count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505456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1">
                <a:solidFill>
                  <a:srgbClr val="FAF8F3"/>
                </a:solidFill>
                <a:latin typeface="Microsoft JhengHei"/>
              </a:rPr>
              <a:t>虛增 7.96×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3346704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3474720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修法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3730752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1">
                <a:solidFill>
                  <a:srgbClr val="2F302D"/>
                </a:solidFill>
                <a:latin typeface="Microsoft JhengHei"/>
              </a:rPr>
              <a:t>逐封包分窗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4572000"/>
            <a:ext cx="2651760" cy="107899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4700016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跨主機 soak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4956048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79 / 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CLAUDE.md C2C-050／051／052；文件/網路特徵四個缺陷與修正_2026-08-31.md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PHASE 3  · 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模型選型：瓶頸不在學習器，而量測工具自己壞了一次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11679"/>
            <a:ext cx="202996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發現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011679"/>
            <a:ext cx="819302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內容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285999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14015"/>
            <a:ext cx="2029967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解析度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3" y="2414015"/>
            <a:ext cx="8193023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validation 每類只有 3 場 ⇒「3 場全錯」顯示成 0.000；改 CV（每類 17 場）之後 Enforce 真正恆零的只有 1 類不是 5 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78074"/>
            <a:ext cx="202996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序列模型不成立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0903" y="2878074"/>
            <a:ext cx="8193023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TCN／GRU 在六次比較裡沒有一次贏過同條件的樹模型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218230"/>
            <a:ext cx="202996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換表述有效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3" y="3218230"/>
            <a:ext cx="8193023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per_window_pooled → session_aggregate，Enforce +0.093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558387"/>
            <a:ext cx="202996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學習器不是瓶頸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3" y="3558387"/>
            <a:ext cx="8193023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24 個學習法的完整比較，前七名寬度只有 0.02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898544"/>
            <a:ext cx="202996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折本身有缺陷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0903" y="3898544"/>
            <a:ext cx="8193023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GroupKFold 不洗牌也不吃 seed ⇒ 兩輪排名建立在同一個偏的分割上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238701"/>
            <a:ext cx="202996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Enforce 的未知攻擊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0903" y="4238701"/>
            <a:ext cx="8193023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3 個評分器 × 8 種池化 = 24 格全部是 0.0000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4816601"/>
            <a:ext cx="10241280" cy="715899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953762"/>
            <a:ext cx="9838944" cy="441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02D"/>
                </a:solidFill>
                <a:latin typeface="Microsoft JhengHei"/>
              </a:rPr>
              <a:t>⚠️ 那個 GroupKFold 的缺陷是第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13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 次「量測工具的缺陷偽裝成被量對象的性質」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02D"/>
                </a:solidFill>
                <a:latin typeface="Microsoft JhengHei"/>
              </a:rPr>
              <a:t>　—— 修好折之後排名整個重排，先前推薦的第 1 名掉到第 4。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CLAUDE.md C2C-064／065／066／068／088；全部是 CV，不是 held-out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00159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PHASE 4  ·  THE CHAIN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589520" cy="9669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三個根因都不是模型問題；而跨主機鏈第一次連著跑完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228850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根因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9504" y="2228850"/>
            <a:ext cx="53126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真相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503170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631186"/>
            <a:ext cx="22585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readiness 三層窗反轉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504" y="2631186"/>
            <a:ext cx="531266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stack 起得來，是被 fail-closed 刻意停掉的；內層 120 秒先到期，外層 200 秒永遠用不到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43250"/>
            <a:ext cx="22585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94 個 talker 孤兒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9504" y="3143250"/>
            <a:ext cx="531266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campaign 自己的 runner 留下的；而兜底清除的 16 項 pattern 全是防守端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655314"/>
            <a:ext cx="22585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記憶體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3655314"/>
            <a:ext cx="531266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沒有 memory= 上限時 WSL 拿主機 50% 並且不還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368546"/>
            <a:ext cx="7589520" cy="9144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4505706"/>
            <a:ext cx="71871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⭐ 10-08 跨主機鏈第一次連著跑完：歸因 → 票 → 真核心封鎖 → 撤銷，九項全過。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02D"/>
                </a:solidFill>
                <a:latin typeface="Microsoft JhengHei"/>
              </a:rPr>
              <a:t>　票的 evidence_id 就是歸因報告自己的 SHA-256 ⇒ 「是這份證據授權了這次封鎖」在密碼學上可以事後證明。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02D"/>
                </a:solidFill>
                <a:latin typeface="Microsoft JhengHei"/>
              </a:rPr>
              <a:t>　同日 Jesse 親手輸入核准片語重跑一次，九項再全過。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429250"/>
            <a:ext cx="75895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6665F"/>
                </a:solidFill>
                <a:latin typeface="Microsoft JhengHei"/>
              </a:rPr>
              <a:t>⚠️ 而兩次產物的 authorization 區塊</a:t>
            </a:r>
            <a:r>
              <a:rPr sz="1200" b="1">
                <a:solidFill>
                  <a:srgbClr val="66665F"/>
                </a:solidFill>
                <a:latin typeface="Microsoft JhengHei"/>
              </a:rPr>
              <a:t>逐字相同</a:t>
            </a:r>
            <a:r>
              <a:rPr sz="1200" b="0">
                <a:solidFill>
                  <a:srgbClr val="66665F"/>
                </a:solidFill>
                <a:latin typeface="Microsoft JhengHei"/>
              </a:rPr>
              <a:t> ⇒ 程式分不出誰按下去。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121408"/>
            <a:ext cx="2651760" cy="107899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224942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10-11 campaign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505456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80" b="1">
                <a:solidFill>
                  <a:srgbClr val="FAF8F3"/>
                </a:solidFill>
                <a:latin typeface="Microsoft JhengHei"/>
              </a:rPr>
              <a:t>pending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3346704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3474720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合格場次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3730752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3,553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4572000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4700016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ETA 誤差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4956048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1">
                <a:solidFill>
                  <a:srgbClr val="2F302D"/>
                </a:solidFill>
                <a:latin typeface="Microsoft JhengHei"/>
              </a:rPr>
              <a:t>1 分 23 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CLAUDE.md C2C-103／106／107／113；文件/跨主機鏈_2026-10-07/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PHASE 5  ·  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驗收與理解：這個專案第一次有可事後驗證的一次性數字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11679"/>
            <a:ext cx="202996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日期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011679"/>
            <a:ext cx="819302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事件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285999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14015"/>
            <a:ext cx="2029967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10-15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3" y="2414015"/>
            <a:ext cx="819302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四階段 runbook 整條跑完；四份 holdout 封印；independent_final_test 第一次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43783"/>
            <a:ext cx="2029967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10-16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0903" y="2843783"/>
            <a:ext cx="819302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查明「那個 1.0000 是單批次上限」（見第 14 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273551"/>
            <a:ext cx="2029967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10-16 → 10-19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3" y="3273551"/>
            <a:ext cx="819302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八份單獨提交的事前註冊；文件四項全部補上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3922775"/>
            <a:ext cx="10241280" cy="2011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4125772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independent_final_test: True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的意思是三件事都可以事後驗證：</a:t>
            </a: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　設定在資料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存在之前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凍結並雜湊　·　封印在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擬合之前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綁住場次清單　·　開封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一次性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55000"/>
              </a:lnSpc>
            </a:pP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而第一次量到的數字是：識別 </a:t>
            </a:r>
            <a:r>
              <a:rPr sz="1350" b="0">
                <a:solidFill>
                  <a:srgbClr val="86605F"/>
                </a:solidFill>
                <a:latin typeface="Microsoft JhengHei"/>
              </a:rPr>
              <a:t>0.4655／0.4228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（門檻 0.80）、open-set </a:t>
            </a:r>
            <a:r>
              <a:rPr sz="1350" b="0">
                <a:solidFill>
                  <a:srgbClr val="86605F"/>
                </a:solidFill>
                <a:latin typeface="Microsoft JhengHei"/>
              </a:rPr>
              <a:t>0.1645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（門檻 0.70）。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CLAUDE.md C2C-114／115／116；文件/重訓_識別_{permissive,enforce}.json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00159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SCORECARD  ·  7 月初 → 現在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589520" cy="8549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500" b="1">
                <a:solidFill>
                  <a:srgbClr val="2F302D"/>
                </a:solidFill>
                <a:latin typeface="Microsoft JhengHei"/>
              </a:rPr>
              <a:t>九個組件：七月初沒有這張表，計分本身是 8 月才建立的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43684"/>
            <a:ext cx="316931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組件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0246" y="2043684"/>
            <a:ext cx="440192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2026-07-04　→　2026-10-19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318004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46020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資料集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246" y="2446020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無（弱標 conn.log）　→　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36799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攻擊偵測（二元）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0246" y="2736799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PR-AUC 0.20–0.25　→　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027578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攻擊識別（多類）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0246" y="3027578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無　→　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318357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未知攻擊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0246" y="3318357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無　→　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609136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回應／執行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0246" y="3609136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無　→　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899916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本機防禦驗證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0246" y="3899916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無　→　89%（8／9）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190695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跨主機／硬體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0246" y="4190695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無　→　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481474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攻擊面覆蓋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0246" y="4481474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9 類　→　87%（20／23）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772253"/>
            <a:ext cx="3169310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文件／簡報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0246" y="4772253"/>
            <a:ext cx="4401921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14 份　→　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5227624"/>
            <a:ext cx="7589520" cy="2011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5394045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80" b="0">
                <a:solidFill>
                  <a:srgbClr val="2F302D"/>
                </a:solidFill>
                <a:latin typeface="Microsoft JhengHei"/>
              </a:rPr>
              <a:t>整體　</a:t>
            </a:r>
            <a:r>
              <a:rPr sz="1880" b="1">
                <a:solidFill>
                  <a:srgbClr val="2F302D"/>
                </a:solidFill>
                <a:latin typeface="Microsoft JhengHei"/>
              </a:rPr>
              <a:t>85.67%</a:t>
            </a:r>
            <a:r>
              <a:rPr sz="1880" b="0">
                <a:solidFill>
                  <a:srgbClr val="2F302D"/>
                </a:solidFill>
                <a:latin typeface="Microsoft JhengHei"/>
              </a:rPr>
              <a:t>　（771／9）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2121408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8" y="224942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門檻改過嗎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8" y="2505456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F302D"/>
                </a:solidFill>
                <a:latin typeface="Microsoft JhengHei"/>
              </a:rPr>
              <a:t>一個字未改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3346704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3474720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holdout 讀取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3730752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4572000"/>
            <a:ext cx="2651760" cy="1078992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9448" y="4700016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部署資格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4956048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FALSE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CLAUDE.md 進度百分比表（活狀態表，每輪更新）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THE THREE DOWNGRADES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三次往下，而三次的理由都不是「做壞了」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2880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6665F"/>
                </a:solidFill>
                <a:latin typeface="Microsoft JhengHei"/>
              </a:rPr>
              <a:t>55% → 68% → 70% → 76% → 78% → 76% → 79% → 83% → 85% → 87.33% → 84.56% → 85.67%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05456"/>
            <a:ext cx="26444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下修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5380" y="2505456"/>
            <a:ext cx="75785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理由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779776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907792"/>
            <a:ext cx="26444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2026-08-28　71% → 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5380" y="2907792"/>
            <a:ext cx="7578547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新增一列「本機防禦驗證」。先前七列沒有任何一列代表九項本機 outcome ⇒ 5／9 → 6／9 在百分比上完全看不見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419856"/>
            <a:ext cx="26444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2026-09-02　78% → 76%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5380" y="3419856"/>
            <a:ext cx="7578547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新增一列「攻擊面覆蓋」。那正是部署 gate all_policy_classes_present 量的東西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31920"/>
            <a:ext cx="26444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2026-10-15　87.33% → 84.56%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5380" y="3931920"/>
            <a:ext cx="7578547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第一次有處女 holdout 的數字，而它遠低於門檻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4663440"/>
            <a:ext cx="10241280" cy="804672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800600"/>
            <a:ext cx="98389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⭐ 前兩次的原則逐字寫在狀態表裡：「把一直存在但沒被計分的軸攤開，不應該讓總分變好看，會降低才是對的。」</a:t>
            </a:r>
          </a:p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⭐ 第三次的原則是：證據等級提高而數字變差，要反映出來。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　那兩列的 100% 定義一個字未改 ⇒ 不是放寬或收緊標準，是讓百分比跟上證據。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CLAUDE.md C2C-045／053／115 與進度百分比表的逐次註記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00159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THE ANSWER  ·  FIVE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589520" cy="8549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500" b="1">
                <a:solidFill>
                  <a:srgbClr val="2F302D"/>
                </a:solidFill>
                <a:latin typeface="Microsoft JhengHei"/>
              </a:rPr>
              <a:t>0.25 對 0.98 的答案：那個落差被拆成五層並逐層量過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61972"/>
            <a:ext cx="241035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1294" y="2061972"/>
            <a:ext cx="516087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發現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336292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64308"/>
            <a:ext cx="241035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標籤與證據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1294" y="2464308"/>
            <a:ext cx="516087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08-18 的兩個 collector bug ⇒ 兩類攻擊的定義性特徵全程為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94076"/>
            <a:ext cx="241035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網路通道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1294" y="2894076"/>
            <a:ext cx="516087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08-31 的 Zeek 沒帶 -C ⇒ conn_count 虛增 7.96 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323844"/>
            <a:ext cx="241035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證據排他性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1294" y="3323844"/>
            <a:ext cx="516087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認不出來的類別，是沒有專屬證據通道的那些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753611"/>
            <a:ext cx="2410358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SROS2 生效的代價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1294" y="3753611"/>
            <a:ext cx="5160873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Enforce 下攻擊者在 handshake 就被擋 ⇒ 整個遙測層對識別的資訊量是 0.0009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17670"/>
            <a:ext cx="241035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批次背景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1294" y="4217670"/>
            <a:ext cx="516087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單一批次內可以完美分開，跨批次就不行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4830318"/>
            <a:ext cx="7589520" cy="715899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967478"/>
            <a:ext cx="7187184" cy="441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⇒「偵測得到但識別不出」不是模型容量問題，是觀測層的性質。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02D"/>
                </a:solidFill>
                <a:latin typeface="Microsoft JhengHei"/>
              </a:rPr>
              <a:t>　而那個不對稱現在在同一批一次性資料上兩邊都量到了。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121408"/>
            <a:ext cx="2651760" cy="107899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224942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二元（封印 holdout）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2505456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0" b="1">
                <a:solidFill>
                  <a:srgbClr val="FAF8F3"/>
                </a:solidFill>
                <a:latin typeface="Microsoft JhengHei"/>
              </a:rPr>
              <a:t>1.0000 / 0.9151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346704"/>
            <a:ext cx="2651760" cy="1078992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3474720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識別（同一批）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3730752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0" b="1">
                <a:solidFill>
                  <a:srgbClr val="FAF8F3"/>
                </a:solidFill>
                <a:latin typeface="Microsoft JhengHei"/>
              </a:rPr>
              <a:t>0.4655 / 0.4228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4572000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4700016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遙測層對識別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4956048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80" b="1">
                <a:solidFill>
                  <a:srgbClr val="2F302D"/>
                </a:solidFill>
                <a:latin typeface="Microsoft JhengHei"/>
              </a:rPr>
              <a:t>0.0009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CLAUDE.md C2C-119／121／122；⚠️ 二元那個 1.0000 不是 PR-AUC，是 18×18 混淆矩陣的粗化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00159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2026-10-16  ·  THE SINGLE-BATCH CEILING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5895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先前的高分，從來沒有度量過它宣稱的東西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47088"/>
            <a:ext cx="7589520" cy="5520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refresh 640 上 permissive 的場次層級 CV 是 1.0000，而同一組設定在 dataset_mega 上是 0.5124、封印 holdout 上 0.4655。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82037"/>
            <a:ext cx="316931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哪一步掉的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0246" y="2582037"/>
            <a:ext cx="440192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幅度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856357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984373"/>
            <a:ext cx="316931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CV → holdout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0246" y="2984373"/>
            <a:ext cx="440192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57065"/>
                </a:solidFill>
                <a:latin typeface="Microsoft JhengHei"/>
              </a:rPr>
              <a:t>Δ −0.047　轉移得很好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331845"/>
            <a:ext cx="316931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資料集之間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0246" y="3331845"/>
            <a:ext cx="440192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86605F"/>
                </a:solidFill>
                <a:latin typeface="Microsoft JhengHei"/>
              </a:rPr>
              <a:t>Δ −0.49　掉的是這一步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17061"/>
            <a:ext cx="316931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幾何（不經過任何訓練過的模型）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0246" y="3917061"/>
            <a:ext cx="440192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" y="4191381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319397"/>
            <a:ext cx="316931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refresh 640（單批次）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0246" y="4319397"/>
            <a:ext cx="440192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類間／類內 2.141　·　1-NN 0.9490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621149"/>
            <a:ext cx="316931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mega 全部（18.2 天）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0246" y="4621149"/>
            <a:ext cx="440192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類間／類內 0.588　·　1-NN 0.4670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922901"/>
            <a:ext cx="316931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mega 的單一 3h 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0246" y="4922901"/>
            <a:ext cx="440192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類間／類內 2.177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5425821"/>
            <a:ext cx="7589520" cy="715899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5562981"/>
            <a:ext cx="7187184" cy="441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⭐ 把 mega 限制在一個批次裡，它的類別幾何就變成 refresh 640 的類別幾何。</a:t>
            </a:r>
          </a:p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⇒ 那個 1.0000 是單批次上限，不是泛化結果。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121408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224942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真因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2505456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批次的良性背景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346704"/>
            <a:ext cx="2651760" cy="1078992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3474720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09-15／16 的選型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730752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0" b="1">
                <a:solidFill>
                  <a:srgbClr val="FAF8F3"/>
                </a:solidFill>
                <a:latin typeface="Microsoft JhengHei"/>
              </a:rPr>
              <a:t>全在它上面做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4572000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4700016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現實的那個數字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4956048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0.4655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CLAUDE.md C2C-116／124；文件/那個1.0000是單批次上限_2026-10-16.md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HOW ACCEPTANCE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從「跑一次看看」到可事後稽核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11679"/>
            <a:ext cx="26444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機制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5380" y="2011679"/>
            <a:ext cx="75785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建立時間　　它保證什麼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285999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14015"/>
            <a:ext cx="2644444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manifest 完整性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5380" y="2414015"/>
            <a:ext cx="757854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08-17　　訓練前重新核對 evidence hash，fail-closed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54172"/>
            <a:ext cx="2644444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證據總帳（r3…r9）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5380" y="2754172"/>
            <a:ext cx="757854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08-25 起　　每個 claim 釘住檔案的 bytes ＋ SHA-256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094329"/>
            <a:ext cx="2644444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預先註冊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5380" y="3094329"/>
            <a:ext cx="757854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09-25 起　　設定在資料存在之前凍結並雜湊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434486"/>
            <a:ext cx="2644444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封印 holdout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5380" y="3434486"/>
            <a:ext cx="757854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09-26 起　　在讀任何 test 列之前拒絕第二次開封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74643"/>
            <a:ext cx="2644444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holdout_reads: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5380" y="3774643"/>
            <a:ext cx="7578547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10-16 起　　連續 14 輪產出發現而不花掉任何 holdout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4352543"/>
            <a:ext cx="10241280" cy="9144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489703"/>
            <a:ext cx="98389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⭐ 八份事前註冊，每一份是自己一個 commit，訊息逐字寫著「刻意不含任何結果」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02D"/>
                </a:solidFill>
                <a:latin typeface="Microsoft JhengHei"/>
              </a:rPr>
              <a:t>　⇒ git 歷史自己證明註冊先於量測，不需要相信自述。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02D"/>
                </a:solidFill>
                <a:latin typeface="Microsoft JhengHei"/>
              </a:rPr>
              <a:t>　而真正的檢驗是它抓到了自己的缺陷：C2C-126 的檢查正是為了抓 C2C-123 的平手而設計的，實測平手 11 → 0、組內變異 50.7% → 1.3%。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CLAUDE.md C2C-123／126／127／129；⚠️ 代價是誠實的：最新那一輪的缺陷還沒有對應的檢查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00159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RULE ONE  ·  SUSPECT THE INSTRUMENT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589520" cy="9669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先懷疑量測工具：從 8/21 的四個，到現在累計 31 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19122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共同形態是：「防禦沒反應」與「觀測管線壞掉」在資料上長得一模一樣。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777490"/>
            <a:ext cx="286572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代表案例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6665" y="2777490"/>
            <a:ext cx="470550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它偽裝成什麼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3051810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179826"/>
            <a:ext cx="2865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N1 的 QoS 不相容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6665" y="3179826"/>
            <a:ext cx="470550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「重放被擋下了」（實際是 DDS 根本不投遞）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481578"/>
            <a:ext cx="2865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8,192 點的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6665" y="3481578"/>
            <a:ext cx="470550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「畸形輸入被拒絕了」（實際在傳輸層被丟）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783330"/>
            <a:ext cx="2865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FastCDR 版本不一致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6665" y="3783330"/>
            <a:ext cx="470550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「攻擊者沒有出現」（discovery 靜默失效）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085082"/>
            <a:ext cx="2865729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wait_for() 函式不存在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6665" y="4085082"/>
            <a:ext cx="4705502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「心跳抑制未被消費」（bash 對未定義函式回 127 然後繼續）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549140"/>
            <a:ext cx="2865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查錯一層的 manifest 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6665" y="4549140"/>
            <a:ext cx="470550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「2,053 場全部不是自適應」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850892"/>
            <a:ext cx="2865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探針把訊息切在 90 字元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6665" y="4850892"/>
            <a:ext cx="470550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「檔案縮了 90%」—— 偽裝成資料損毀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353812"/>
            <a:ext cx="7589520" cy="715899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5490972"/>
            <a:ext cx="7187184" cy="441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⭐ 一個不可能成功的查找，回傳了令人安心的答案。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　這條教訓現在是專案的第一守則，而這份回顧的每一個數字都照它重新量過（包含這份簡報自己的版面守衛）。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121408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224942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8/21 的報告寫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505456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四個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3346704"/>
            <a:ext cx="2651760" cy="1078992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3474720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現在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3730752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31 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4572000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4700016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本輪新增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4956048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80" b="1">
                <a:solidFill>
                  <a:srgbClr val="2F302D"/>
                </a:solidFill>
                <a:latin typeface="Microsoft JhengHei"/>
              </a:rPr>
              <a:t>第 32 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CLAUDE.md 逐則訊息紀錄的編號計數（C2C-002 起）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FALSIFIED BY MYSELF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被自己推翻的結論，而每一次都是同一個形狀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2880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判準是「推論還是量測」—— 上一個結論是推論，下一個是量測。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05456"/>
            <a:ext cx="40782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原本的宣稱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505456"/>
            <a:ext cx="61447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被什麼推翻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779776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907792"/>
            <a:ext cx="4078224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「vendor fixture 28／28 都命中」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907792"/>
            <a:ext cx="6144768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實際是 27 條，而且只證明 parser 詞彙表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98571"/>
            <a:ext cx="4078224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「2／2 real runtime denials」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198571"/>
            <a:ext cx="6144768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那兩行是應用層日誌被誤判，真實拒絕數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489350"/>
            <a:ext cx="4078224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「18 項 telemetry 都有 live producer」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489350"/>
            <a:ext cx="6144768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8 項在 1,100 場真實資料上恆為零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780129"/>
            <a:ext cx="4078224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「Mahalanobis 沒有取捨」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780129"/>
            <a:ext cx="6144768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family-LOO 最差 fold 有 2–6 倍代價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070908"/>
            <a:ext cx="4078224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「Enforce 不是模型容量問題」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4070908"/>
            <a:ext cx="6144768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有一半是模型缺口（場次池化＋時序 +0.24）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361688"/>
            <a:ext cx="4078224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「至少 4 類做不到」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4361688"/>
            <a:ext cx="6144768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兩個獨立的儀器缺陷：一筆都沒送出、擷取開在錯的介面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652467"/>
            <a:ext cx="4078224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「身份特徵該整合進模型」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652467"/>
            <a:ext cx="6144768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它是盲點製造機 —— 未見持證內鬼 recall −0.2125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943246"/>
            <a:ext cx="4078224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「那個 1.0000 代表模型很好」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943246"/>
            <a:ext cx="6144768" cy="290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它是單批次上限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" y="5435193"/>
            <a:ext cx="10241280" cy="715899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5572353"/>
            <a:ext cx="9838944" cy="4415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⭐ 最值得寫進報告的一條是「上界不是保證」被犯了兩次：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2F302D"/>
                </a:solidFill>
                <a:latin typeface="Microsoft JhengHei"/>
              </a:rPr>
              <a:t>　0／80 的三的法則上界 3.7% 被下一批的 5.0% 推翻；而我引用那個教訓之後，0／154 的上界 1.9% 又被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7.2%</a:t>
            </a:r>
            <a:r>
              <a:rPr sz="1050" b="0">
                <a:solidFill>
                  <a:srgbClr val="2F302D"/>
                </a:solidFill>
                <a:latin typeface="Microsoft JhengHei"/>
              </a:rPr>
              <a:t> 推翻。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CLAUDE.md C2C-004／005／035／057／059／062／063／105／116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WHAT STILL CANNOT BE CLAIMED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5895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仍然不可宣稱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20240"/>
            <a:ext cx="18031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4132" y="1920240"/>
            <a:ext cx="57680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狀態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194560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322576"/>
            <a:ext cx="1803196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部署資格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4132" y="2322576"/>
            <a:ext cx="5768035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deployment_eligible = false，兩個模式都是；executable_classes 是空清單 ⇒ 零個類別被授權執行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86634"/>
            <a:ext cx="1803196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跨主機鏈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4132" y="2786634"/>
            <a:ext cx="5768035" cy="464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跑過兩次，但沒有任何模型判定參與 —— 剩下的兩條阻塞不是「機制行不行」而是「誰有權觸發」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250692"/>
            <a:ext cx="180319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一次不是 soak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4132" y="3250692"/>
            <a:ext cx="5768035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一個目標、一張票、TTL 90 秒、1 個封包被丟、一種攻擊、無正向對照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680460"/>
            <a:ext cx="180319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識別與未知攻擊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4132" y="3680460"/>
            <a:ext cx="5768035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0.4655／0.4228 對 0.80；0.1645 對 0.70 —— 都遠低於門檻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110228"/>
            <a:ext cx="180319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holdout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4132" y="4110228"/>
            <a:ext cx="5768035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C2C-115 之後沒有任何未花掉的 test holdout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539996"/>
            <a:ext cx="180319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本機 8／9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4132" y="4539996"/>
            <a:ext cx="5768035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是這台機器的天花板；剩下那一項拿不到的原因本身就是防禦有效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26517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FAF8F3"/>
                </a:solidFill>
                <a:latin typeface="Microsoft JhengHei"/>
              </a:rPr>
              <a:t>七月初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FAF8F3"/>
                </a:solidFill>
                <a:latin typeface="Microsoft JhengHei"/>
              </a:rPr>
              <a:t>硬化過的系統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FAF8F3"/>
                </a:solidFill>
                <a:latin typeface="Microsoft JhengHei"/>
              </a:rPr>
              <a:t>＋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FAF8F3"/>
                </a:solidFill>
                <a:latin typeface="Microsoft JhengHei"/>
              </a:rPr>
              <a:t>PR-AUC 0.25</a:t>
            </a:r>
          </a:p>
          <a:p>
            <a:pPr algn="l">
              <a:lnSpc>
                <a:spcPct val="160000"/>
              </a:lnSpc>
            </a:pP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FAF8F3"/>
                </a:solidFill>
                <a:latin typeface="Microsoft JhengHei"/>
              </a:rPr>
              <a:t>十月中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FAF8F3"/>
                </a:solidFill>
                <a:latin typeface="Microsoft JhengHei"/>
              </a:rPr>
              <a:t>能判斷這是攻擊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FAF8F3"/>
                </a:solidFill>
                <a:latin typeface="Microsoft JhengHei"/>
              </a:rPr>
              <a:t>（1.0000／0.9151）</a:t>
            </a:r>
          </a:p>
          <a:p>
            <a:pPr algn="l">
              <a:lnSpc>
                <a:spcPct val="160000"/>
              </a:lnSpc>
            </a:pP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FAF8F3"/>
                </a:solidFill>
                <a:latin typeface="Microsoft JhengHei"/>
              </a:rPr>
              <a:t>判斷不出是哪一種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FAF8F3"/>
                </a:solidFill>
                <a:latin typeface="Microsoft JhengHei"/>
              </a:rPr>
              <a:t>（0.4655／0.4228）</a:t>
            </a:r>
          </a:p>
          <a:p>
            <a:pPr algn="l">
              <a:lnSpc>
                <a:spcPct val="160000"/>
              </a:lnSpc>
            </a:pP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FAF8F3"/>
                </a:solidFill>
                <a:latin typeface="Microsoft JhengHei"/>
              </a:rPr>
              <a:t>而那個不對稱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FAF8F3"/>
                </a:solidFill>
                <a:latin typeface="Microsoft JhengHei"/>
              </a:rPr>
              <a:t>有機制上的解釋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99988D"/>
                </a:solidFill>
                <a:latin typeface="Microsoft JhengHei"/>
              </a:rPr>
              <a:t>[Sources] 文件/七月初到現在做了什麼_2026-10-19.md §八；⚠️ 本簡報不產生任何新的量測，九列百分比一個都沒動，holdout_reads: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