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622231" y="0"/>
            <a:ext cx="2569464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2648" y="1847088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379" b="1">
                <a:solidFill>
                  <a:srgbClr val="2F302D"/>
                </a:solidFill>
                <a:latin typeface="Microsoft JhengHei"/>
              </a:rPr>
              <a:t>SROS2 智慧防火牆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798064"/>
            <a:ext cx="7680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86605F"/>
                </a:solidFill>
                <a:latin typeface="Microsoft JhengHei"/>
              </a:rPr>
              <a:t>PROGRESS SUPPLEMENT II  ·  2026-10-16 → 2026-10-19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3383280"/>
            <a:ext cx="384048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12648" y="3639312"/>
            <a:ext cx="7863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十二輪預先註冊,而主要假設幾乎全部被否證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645152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八份單獨提交、逐字寫著「刻意不含任何結果」的事前註冊;</a:t>
            </a:r>
          </a:p>
          <a:p>
            <a:pPr algn="l">
              <a:lnSpc>
                <a:spcPct val="142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而核心論證因此第一次有量化形式與適用邊界。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8704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827870"/>
                </a:solidFill>
                <a:latin typeface="Microsoft JhengHei"/>
              </a:rPr>
              <a:t>人工智慧系專題｜Jesse｜目標 2027.05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5248" y="1581912"/>
            <a:ext cx="18288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REGISTER</a:t>
            </a: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MEASURE</a:t>
            </a: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FALSIFY</a:t>
            </a:r>
          </a:p>
          <a:p>
            <a:pPr algn="l">
              <a:lnSpc>
                <a:spcPct val="162000"/>
              </a:lnSpc>
            </a:pP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HOLDOUT</a:t>
            </a:r>
          </a:p>
          <a:p>
            <a:pPr algn="l">
              <a:lnSpc>
                <a:spcPct val="162000"/>
              </a:lnSpc>
            </a:pPr>
            <a:r>
              <a:rPr sz="1350" b="1">
                <a:solidFill>
                  <a:srgbClr val="FAF8F3"/>
                </a:solidFill>
                <a:latin typeface="Microsoft JhengHei"/>
              </a:rPr>
              <a:t>READS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95560" y="5202936"/>
            <a:ext cx="1444752" cy="173736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195560" y="5504688"/>
            <a:ext cx="1444752" cy="17373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0195560" y="5806440"/>
            <a:ext cx="1444752" cy="17373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0195560" y="6108192"/>
            <a:ext cx="1444752" cy="17373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SCORECARD  ·  十二輪之後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九項裡只有一項動了,而它是零成本換來的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21408"/>
            <a:ext cx="33997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組件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3827" y="2121408"/>
            <a:ext cx="40983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2026-10-16  →  2026-10-19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395727"/>
            <a:ext cx="7589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523744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資料集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3827" y="2523744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825496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攻擊偵測（二元）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3827" y="2825496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90%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95%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 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127248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攻擊識別（多類）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03827" y="3127248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60%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429000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未知攻擊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3827" y="3429000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55%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30752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回應／執行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3827" y="3730752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032504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本機防禦驗證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3827" y="4032504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334256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跨主機／硬體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03827" y="4334256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636008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攻擊面覆蓋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03827" y="4636008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87%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37760"/>
            <a:ext cx="3381451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文件／簡報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3827" y="4937760"/>
            <a:ext cx="40983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95%  → 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96% → 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5303520"/>
            <a:ext cx="7589520" cy="20116"/>
          </a:xfrm>
          <a:prstGeom prst="rect">
            <a:avLst/>
          </a:prstGeom>
          <a:solidFill>
            <a:srgbClr val="A1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12648" y="5431536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80" b="1">
                <a:solidFill>
                  <a:srgbClr val="2F302D"/>
                </a:solidFill>
                <a:latin typeface="Microsoft JhengHei"/>
              </a:rPr>
              <a:t>整體  84.56%  →  </a:t>
            </a:r>
            <a:r>
              <a:rPr sz="1880" b="1">
                <a:solidFill>
                  <a:srgbClr val="2F302D"/>
                </a:solidFill>
                <a:latin typeface="Microsoft JhengHei"/>
              </a:rPr>
              <a:t>85.67%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" y="5943600"/>
            <a:ext cx="758952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3816" y="6080760"/>
            <a:ext cx="71871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文件那一列在十輪之間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掉到 95%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（四項只有一項涵蓋現況）,本輪由報告、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答辯腳本、本份簡報與 r9 帳本補回 100%。其餘八列的依據一個字未改。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121408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99448" y="2249424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HOLDOUT 讀取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9448" y="2505456"/>
            <a:ext cx="2340864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346704"/>
            <a:ext cx="2651760" cy="107899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299448" y="3474720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事前註冊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3730752"/>
            <a:ext cx="2340864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2F302D"/>
                </a:solidFill>
                <a:latin typeface="Microsoft JhengHei"/>
              </a:rPr>
              <a:t>8 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4572000"/>
            <a:ext cx="2651760" cy="1078992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299448" y="4700016"/>
            <a:ext cx="23408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EAE6DF"/>
                </a:solidFill>
                <a:latin typeface="Microsoft JhengHei"/>
              </a:rPr>
              <a:t>部署資格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8" y="4956048"/>
            <a:ext cx="2340864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20" b="1">
                <a:solidFill>
                  <a:srgbClr val="FAF8F3"/>
                </a:solidFill>
                <a:latin typeface="Microsoft JhengHei"/>
              </a:rPr>
              <a:t>FALSE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5852160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CLAUDE.md 進度百分比表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THE ONE ROW THAT 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二元偵測第一次有一次性 holdout 的數字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做法是</a:t>
            </a:r>
            <a:r>
              <a:rPr sz="1350" b="1">
                <a:solidFill>
                  <a:srgbClr val="66665F"/>
                </a:solidFill>
                <a:latin typeface="Microsoft JhengHei"/>
              </a:rPr>
              <a:t>折疊不是重跑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:封印 holdout 的 18×18／20×20 混淆矩陣粗化成二元,不重跑任何模型、不重讀任何一列 test。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05456"/>
            <a:ext cx="28785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封印 holdout、場次層級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2619" y="2505456"/>
            <a:ext cx="23335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79776"/>
            <a:ext cx="53035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2907792"/>
            <a:ext cx="286024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Permissive（242 場）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2619" y="2907792"/>
            <a:ext cx="233354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242 / 242 全對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23260"/>
            <a:ext cx="286024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TP / FN / FP / TN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2619" y="3223260"/>
            <a:ext cx="233354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197 / 0 / 0 / 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38728"/>
            <a:ext cx="286024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攻擊 recall ／ 誤報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2619" y="3538728"/>
            <a:ext cx="233354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1.0000 ／ 0.0000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54196"/>
            <a:ext cx="286024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Enforce（292 場）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2619" y="3854196"/>
            <a:ext cx="233354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227 / 20 / 4 / 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3"/>
            <a:ext cx="286024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攻擊 recall ／ 誤報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2619" y="4169663"/>
            <a:ext cx="233354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0.9190 ／ 0.0889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485131"/>
            <a:ext cx="286024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二元 balanced acc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2619" y="4485131"/>
            <a:ext cx="233354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0.9151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05456"/>
            <a:ext cx="5120640" cy="221284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601968" y="267004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同一批資料上的中心不對稱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035808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二元      1.0000 ／ 0.9151</a:t>
            </a:r>
          </a:p>
          <a:p>
            <a:pPr algn="l">
              <a:lnSpc>
                <a:spcPct val="14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識別      0.4655 ／ 0.4228</a:t>
            </a:r>
          </a:p>
          <a:p>
            <a:pPr algn="l">
              <a:lnSpc>
                <a:spcPct val="144000"/>
              </a:lnSpc>
            </a:pPr>
          </a:p>
          <a:p>
            <a:pPr algn="l">
              <a:lnSpc>
                <a:spcPct val="14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⇒ 「能判斷這是攻擊、判斷不出是</a:t>
            </a:r>
          </a:p>
          <a:p>
            <a:pPr algn="l">
              <a:lnSpc>
                <a:spcPct val="14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 哪一種」第一次在同一批一次性</a:t>
            </a:r>
          </a:p>
          <a:p>
            <a:pPr algn="l">
              <a:lnSpc>
                <a:spcPct val="14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 資料上兩邊同時被量到。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5047488"/>
            <a:ext cx="10881360" cy="102412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5184648"/>
            <a:ext cx="104790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五條它不取代的:①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它不是 PR-AUC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（那一列的定義寫的是 PR-AUC,而混淆矩陣只有硬判定）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②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它不是出貨的二元頭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（不可寫成「0.9900 升到 1.0000」）③正常場次只有 45／41,FPR 0.0000 的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三的法則上界是 6.7% ④Enforce 的 0.0889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高於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0.05 預算 ⑤場次層級對逐視窗,粒度不同。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6236208"/>
            <a:ext cx="10561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重訓_識別_{permissive,enforce}.json 的 result.confusion（已發布產物,holdout_reads: 0）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SCOPE OF THE CORE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「沒有專屬證據通道」——而通道不只有遙測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8/21 點名「唯二沒有專屬通道」的兩類,在封印 holdout 上</a:t>
            </a:r>
            <a:r>
              <a:rPr sz="1350" b="1">
                <a:solidFill>
                  <a:srgbClr val="66665F"/>
                </a:solidFill>
                <a:latin typeface="Microsoft JhengHei"/>
              </a:rPr>
              <a:t>往相反方向走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。三臂消融查出為什麼。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87168"/>
            <a:ext cx="2302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Permissive 逐類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6547" y="2487168"/>
            <a:ext cx="84874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三臂消融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61488"/>
            <a:ext cx="108813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2889504"/>
            <a:ext cx="22841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`identity_abuse`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6547" y="2889504"/>
            <a:ext cx="848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baseline 0.8073 ／ 網路歸零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0.4531（−0.354）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／ 遙測歸零 0.7865（−0.021）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55264"/>
            <a:ext cx="22841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`command_injection`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6547" y="3255264"/>
            <a:ext cx="84874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baseline 0.4896 ／ 網路歸零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0.5625（反而↑）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／ 遙測歸零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0.0208（塌掉）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749039"/>
            <a:ext cx="10881360" cy="932688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0392" y="3895344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⇒ 兩個被一起點名的類別在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相反的通道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上 —— 它們從來沒有理由一起動。那個預測不只在數字上失敗,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它的前提就錯了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937760"/>
            <a:ext cx="10881360" cy="102412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3816" y="5074920"/>
            <a:ext cx="104790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⚠️⚠️ 而答案六週前就半寫在紀錄裡:量出那句話的 gate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只看遙測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（docstring 自己寫的）,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而網路通道在 8/21 當天是壞的（Zeek 無 `-C`）—— 修好它的那一輪自己量到 `identity_abuse`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66665F"/>
                </a:solidFill>
                <a:latin typeface="Microsoft JhengHei"/>
              </a:rPr>
              <a:t>0.552 → 0.706 是升最多的一類並點名了它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。一個只往前看新證據的盤點,看不到舊紀錄裡的反例。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126480"/>
            <a:ext cx="10561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通道消融_identity_abuse_permissive_2026-10-16.json;CV over train+validation,不是 holdout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THE MIRROR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Permissive 的識別是遙測任務,Enforce 的是網路任務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94560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場次層級 balanced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5889" y="2194560"/>
            <a:ext cx="41477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468879"/>
            <a:ext cx="76809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596896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Permissive 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889" y="2596896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0.5124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12363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網路歸零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5889" y="2912363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0.4402　（−0.072）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27831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遙測歸零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889" y="3227831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0.2133　（−0.299）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543299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Enforce 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5889" y="3543299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0.4040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858767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網路歸零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5889" y="3858767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0.1025　（−0.302）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174235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　遙測歸零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45889" y="4174235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0.4031　（−0.001）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636007"/>
            <a:ext cx="768096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2104" y="4782311"/>
            <a:ext cx="72237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2F302D"/>
                </a:solidFill>
                <a:latin typeface="Microsoft JhengHei"/>
              </a:rPr>
              <a:t>⇒ Enforce 下</a:t>
            </a:r>
            <a:r>
              <a:rPr sz="1500" b="1">
                <a:solidFill>
                  <a:srgbClr val="2F302D"/>
                </a:solidFill>
                <a:latin typeface="Microsoft JhengHei"/>
              </a:rPr>
              <a:t>整個 18 欄的遙測層只值 0.0009</a:t>
            </a:r>
            <a:r>
              <a:rPr sz="1500" b="1">
                <a:solidFill>
                  <a:srgbClr val="2F302D"/>
                </a:solidFill>
                <a:latin typeface="Microsoft JhengHei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568695"/>
            <a:ext cx="7680960" cy="102412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" y="5705855"/>
            <a:ext cx="72786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這讓既有結論深一層:先前量到「Enforce 下八類零排他訊號」是在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遙測層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量的,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而本輪顯示不是那八類的問題 —— 攻擊者在 handshake 就被擋,應用層什麼都看不到。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66665F"/>
                </a:solidFill>
                <a:latin typeface="Microsoft JhengHei"/>
              </a:rPr>
              <a:t>SROS2 生效的直接後果,同時就是識別率上界的來源。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194560"/>
            <a:ext cx="2560320" cy="118872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90888" y="2322576"/>
            <a:ext cx="22494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EAE6DF"/>
                </a:solidFill>
                <a:latin typeface="Microsoft JhengHei"/>
              </a:rPr>
              <a:t>遙測層在 ENFORCE 值多少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0888" y="2578608"/>
            <a:ext cx="2249424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20" b="1">
                <a:solidFill>
                  <a:srgbClr val="FAF8F3"/>
                </a:solidFill>
                <a:latin typeface="Microsoft JhengHei"/>
              </a:rPr>
              <a:t>0.0009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584448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`identity_abuse` 在 Enforce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是 </a:t>
            </a:r>
            <a:r>
              <a:rPr sz="1100" b="1">
                <a:solidFill>
                  <a:srgbClr val="66665F"/>
                </a:solidFill>
                <a:latin typeface="Microsoft JhengHei"/>
              </a:rPr>
              <a:t>100% 網路</a:t>
            </a:r>
            <a:r>
              <a:rPr sz="1100" b="0">
                <a:solidFill>
                  <a:srgbClr val="66665F"/>
                </a:solidFill>
                <a:latin typeface="Microsoft JhengHei"/>
              </a:rPr>
              <a:t>: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遙測歸零之後 0.9385</a:t>
            </a:r>
          </a:p>
          <a:p>
            <a:pPr algn="l">
              <a:lnSpc>
                <a:spcPct val="142000"/>
              </a:lnSpc>
            </a:pPr>
            <a:r>
              <a:rPr sz="1100" b="1">
                <a:solidFill>
                  <a:srgbClr val="66665F"/>
                </a:solidFill>
                <a:latin typeface="Microsoft JhengHei"/>
              </a:rPr>
              <a:t>逐位不動</a:t>
            </a:r>
            <a:r>
              <a:rPr sz="1100" b="0">
                <a:solidFill>
                  <a:srgbClr val="66665F"/>
                </a:solidFill>
                <a:latin typeface="Microsoft JhengHei"/>
              </a:rPr>
              <a:t> ⇒ 貢獻 0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前 8 強欄全部是 `trend`</a:t>
            </a:r>
          </a:p>
          <a:p>
            <a:pPr algn="l">
              <a:lnSpc>
                <a:spcPct val="142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（AUC 0.87–0.95）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852160"/>
            <a:ext cx="26517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通道消融_enforce_2026-10-16.json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THE HARDEST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一個在整個觀測空間裡與良性流量不可區分的攻擊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掃全部 138 個活聚合欄,量每一類「對 `normal` 的最大分離度」（理論上限 0.5）。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50592"/>
            <a:ext cx="288584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Enforce・對 normal 的最大 |AUC−0.5|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9934" y="2450592"/>
            <a:ext cx="37892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24912"/>
            <a:ext cx="67665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2852928"/>
            <a:ext cx="286755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`service_dos`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9934" y="2852928"/>
            <a:ext cx="378927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0.5000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　（AUC 1.0000）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77540"/>
            <a:ext cx="286755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`confused_deputy`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934" y="3177540"/>
            <a:ext cx="378927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0.4994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02152"/>
            <a:ext cx="286755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`identity_abuse`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9934" y="3502152"/>
            <a:ext cx="378927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0.4960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26764"/>
            <a:ext cx="286755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`hmac_forgery`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9934" y="3826764"/>
            <a:ext cx="378927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0.0507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　← 全表唯一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2450592"/>
            <a:ext cx="3749039" cy="195681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973568" y="2615184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四條機制,各有既有量測支撐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2962656"/>
            <a:ext cx="338328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2F302D"/>
                </a:solidFill>
                <a:latin typeface="Microsoft JhengHei"/>
              </a:rPr>
              <a:t>① 有合法憑證 ⇒ 無認證失敗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F302D"/>
                </a:solidFill>
                <a:latin typeface="Microsoft JhengHei"/>
              </a:rPr>
              <a:t>② 流量加密且訊息小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F302D"/>
                </a:solidFill>
                <a:latin typeface="Microsoft JhengHei"/>
              </a:rPr>
              <a:t>③ 盲打 ⇒ 從不升級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F302D"/>
                </a:solidFill>
                <a:latin typeface="Microsoft JhengHei"/>
              </a:rPr>
              <a:t>④ HMAC 拒絕在應用層,而那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2F302D"/>
                </a:solidFill>
                <a:latin typeface="Microsoft JhengHei"/>
              </a:rPr>
              <a:t>　 一層在 Enforce 資訊量為零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645152"/>
            <a:ext cx="10881360" cy="841248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0392" y="4791456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⭐ 而防禦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仍然擋住了它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:11 則偽造被拒、0 則被接受、下一則真訊息照常通過 ⇒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偵測不到但被擋住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650992"/>
            <a:ext cx="1056132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" y="5788152"/>
            <a:ext cx="101589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「不可區分」的範圍是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這 37 個特徵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,不是「原則上不可偵測」—— HMAC 拒絕事件本身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存在於遙測原始層,只是那一層對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識別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沒有貢獻;要用它需要以防禦反應為特徵,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有盲點代價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QUANTIFYING THE CORE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「證據排他性決定天花板」第一次有量化形式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X ＝ 逐類的分離度上限,Y ＝ 封印 holdout 的逐類 recall（</a:t>
            </a:r>
            <a:r>
              <a:rPr sz="1350" b="1">
                <a:solidFill>
                  <a:srgbClr val="66665F"/>
                </a:solidFill>
                <a:latin typeface="Microsoft JhengHei"/>
              </a:rPr>
              <a:t>直接引用已發布產物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）。三個量法,三份事前註冊。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487168"/>
            <a:ext cx="34994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量法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3496" y="2487168"/>
            <a:ext cx="72905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Spearman ρ（X, Y）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761488"/>
            <a:ext cx="108813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2889504"/>
            <a:ext cx="348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X_old　對 `normal` 的最大分離度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3496" y="2889504"/>
            <a:ext cx="7290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 +0.3344（不顯著,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16／17 類恰好 0.5000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,全距 0.0039 ⇒ 飽和）　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+0.6334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 p&lt;.01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273552"/>
            <a:ext cx="348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X_new　與最近的攻擊鄰居的最小分離度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3496" y="3273552"/>
            <a:ext cx="7290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 +0.4001（不顯著,`min` 退化:argmin 不唯一 4／17）　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+0.5968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 p&lt;.05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657600"/>
            <a:ext cx="348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min(X_old, X_new)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3496" y="3657600"/>
            <a:ext cx="7290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 增益 0（機制必然）　E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+0.7139  p&lt;.01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　← 本專案至今最高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041648"/>
            <a:ext cx="34811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X_dir　方向性讀出（第三個變體）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496" y="4041648"/>
            <a:ext cx="72905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−0.4137 否證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（argmin 塌到一個通用吸收者 9／17）　E +0.4318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572000"/>
            <a:ext cx="10561320" cy="841248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0392" y="4718304"/>
            <a:ext cx="10149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⇒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每一個統計量預測的,是瓶頸正好是它所量的那件事的類別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 —— 與其他攻擊分不開（X_new）對與良性分不開（X_old）。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5559552"/>
            <a:ext cx="10561320" cy="118872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5696712"/>
            <a:ext cx="101589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範圍邊界: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在二元尚未飽和的模式下成立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。Permissive 的二元已經是 1.0000 ⇒ X 就是二元任務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本身,沒有剩餘資訊可以排序攻擊類別。而 E 的 +0.7139 裡有 +0.1171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完全來自一個類別換位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（`hmac_forgery`,方向是事前註冊的、幅度不是）;n=17–19 的一次量測。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[Sources] 預先註冊 commit 887811b / dd5888b（單獨提交、刻意不含任何結果）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SINGLE-BATCH CEILING  ·  在 ENFORCE 上也成立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把 mega 限制在一個批次裡,它的幾何就變回 refresh 的幾何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49424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類間／類內 比值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5889" y="2249424"/>
            <a:ext cx="41477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523744"/>
            <a:ext cx="76809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mega_enforce  單一 3h 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889" y="2651760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1.9983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67228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refresh_enforce  整批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5889" y="2967228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1.9234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　（相對差 3.9%）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82696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mega_permissive  單一 3h 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889" y="3282696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2.4560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598163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refresh_permissive  整批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5889" y="3598163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2.1413　（14.7%）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913631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崩塌倍率（控制類別數後）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5889" y="3913631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E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3.7552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對 P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3.6622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　（差 2.5%）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375403"/>
            <a:ext cx="7680960" cy="731520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104" y="4503419"/>
            <a:ext cx="7223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⇒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批次效應在兩個模式一樣大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,不是 Permissive 專屬的性質。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5253227"/>
            <a:ext cx="7680960" cy="102412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3816" y="5390388"/>
            <a:ext cx="72786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⚠️⚠️ 同一輪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更正自己一個統計量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:先前寫「隨機森林只多 0.045」,那是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非平衡 1-NN 減平衡 RF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對的是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+0.1292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（四個值 +0.1292／+0.1468／+0.0510／+0.1591）⇒ 正確的講法是兩件事: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66665F"/>
                </a:solidFill>
                <a:latin typeface="Microsoft JhengHei"/>
              </a:rPr>
              <a:t>選哪一個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學習器值 0.02,而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有沒有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學習器值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0.13–0.16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。核心判定不動（它建立在比值上）。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249424"/>
            <a:ext cx="27432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一個事前沒預期到的收穫: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我在註冊裡把「觀測者通道」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寫成一個</a:t>
            </a:r>
            <a:r>
              <a:rPr sz="1100" b="1">
                <a:solidFill>
                  <a:srgbClr val="66665F"/>
                </a:solidFill>
                <a:latin typeface="Microsoft JhengHei"/>
              </a:rPr>
              <a:t>會讓鏡像失效</a:t>
            </a:r>
            <a:r>
              <a:rPr sz="1100" b="0">
                <a:solidFill>
                  <a:srgbClr val="66665F"/>
                </a:solidFill>
                <a:latin typeface="Microsoft JhengHei"/>
              </a:rPr>
              <a:t>的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混淆。用純幾何在觀測者有跑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的那一批重量: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P 1-NN 0.9490 → </a:t>
            </a:r>
            <a:r>
              <a:rPr sz="1100" b="1">
                <a:solidFill>
                  <a:srgbClr val="66665F"/>
                </a:solidFill>
                <a:latin typeface="Microsoft JhengHei"/>
              </a:rPr>
              <a:t>0.4000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E 1-NN 0.5260 → </a:t>
            </a:r>
            <a:r>
              <a:rPr sz="1100" b="1">
                <a:solidFill>
                  <a:srgbClr val="66665F"/>
                </a:solidFill>
                <a:latin typeface="Microsoft JhengHei"/>
              </a:rPr>
              <a:t>0.5121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⇒ 我自己提出的混淆被自己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　 的量測清掉了。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961888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預先註冊 commit 154682d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LONG-SCALE DRIFT  ·  兩個成分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一道預先註冊的對照,抓到了我自己的解讀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10512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先前判「Enforce 另有長時間尺度成分」時</a:t>
            </a:r>
            <a:r>
              <a:rPr sz="1350" b="1">
                <a:solidFill>
                  <a:srgbClr val="66665F"/>
                </a:solidFill>
                <a:latin typeface="Microsoft JhengHei"/>
              </a:rPr>
              <a:t>沒有做量體控制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,而逐 era 的 pcap 中位數差 </a:t>
            </a:r>
            <a:r>
              <a:rPr sz="1350" b="1">
                <a:solidFill>
                  <a:srgbClr val="66665F"/>
                </a:solidFill>
                <a:latin typeface="Microsoft JhengHei"/>
              </a:rPr>
              <a:t>36.19 倍</a:t>
            </a:r>
            <a:r>
              <a:rPr sz="1350" b="0">
                <a:solidFill>
                  <a:srgbClr val="66665F"/>
                </a:solidFill>
                <a:latin typeface="Microsoft JhengHei"/>
              </a:rPr>
              <a:t>（263.6 對 7.3 MB）。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377440"/>
            <a:ext cx="33937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控制量體之後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97883" y="2377440"/>
            <a:ext cx="707608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651760"/>
            <a:ext cx="1056132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2779776"/>
            <a:ext cx="33755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Spearman（量體落差, 距離）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7883" y="2779776"/>
            <a:ext cx="70760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+0.6252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　＞　Spearman（時間間隔, 距離） +0.4205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127248"/>
            <a:ext cx="33755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兩個解釋變數彼此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7883" y="3127248"/>
            <a:ext cx="70760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+0.4482　⇒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分不開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,所以是分層不是統計控制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474720"/>
            <a:ext cx="33755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era 固定（只在 E6 內部）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7883" y="3474720"/>
            <a:ext cx="70760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量體 ≤0.1 dex 5.4272 → &gt;1.0 dex 15.1413　（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2.8 倍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822191"/>
            <a:ext cx="33755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量體配對之後 era 仍在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7883" y="3822191"/>
            <a:ext cx="70760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≤0.1 dex 層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1.667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;E4↔E6 的 ≤0.1 dex 子集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1.8876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（n=780）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4169663"/>
            <a:ext cx="3375507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逐類別（只用覆蓋完整的三個 era）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97883" y="4169663"/>
            <a:ext cx="70760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20 ／ 20 個類別都 &gt;1.3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4663440"/>
            <a:ext cx="10561320" cy="786384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0392" y="4809744"/>
            <a:ext cx="101498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⭐ 而結構更尖: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E4↔E5 沒有位移（1.055）、E5↔E6 大位移（1.936）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 ⇒ 不是「每一次設定變更」。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596127"/>
            <a:ext cx="10561320" cy="118872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3816" y="5733288"/>
            <a:ext cx="101589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我事前點名 E1 是離群值,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而答案是 E6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（0.88 全表最低 對 2.30 最高）—— 兩個都離群但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理由相反。⚠️ 那道對照第一版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完全沒跑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:五個 pcap 欄位名全猜錯,而我寫的磁碟退路因為條件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寫成「完全為空」而沒觸發（當時已有 1 筆）——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一個只在完全為空時啟動的退路,擋不住幾乎為空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[Sources] 預先註冊 commit 808e905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THE LABEL THAT NEVER HELD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在 Enforce 下,自適應攻擊者在機制上不可能適應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47088"/>
            <a:ext cx="3172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排除已記錄的盲打之後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7056" y="1847088"/>
            <a:ext cx="7616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觀測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121408"/>
            <a:ext cx="108813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249424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Enforce  9,196 個 burst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2249424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`zero_fraction &gt; 0`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0.0%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／ `alerts &gt; 0` 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0.0%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／ contained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15184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Enforce  逐場次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615184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1,359 ／ 1,359（100.0%）整場兩個通道都沒有任何訊號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80944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Enforce  決策分布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980944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100.0% 是同一句「沒被注意 ⇒ 升級」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346703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Permissive  對照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3346703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50.4% 有速度訊號、18.3% 有 alerts、29.4% 判 contained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3858768"/>
            <a:ext cx="10561320" cy="841248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50392" y="4005072"/>
            <a:ext cx="10149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⭐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機制是防禦在正確運作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:觀測者無 keystore ⇒ Enforce 下握手被擋 ⇒ `create_subscription` 成功、而一則訊息都收不到。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846320"/>
            <a:ext cx="10561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⇒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在 Enforce 下未認證的攻擊者無法觀測機器人速度、也無法觀測告警串流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—— 一個對 SROS2 有利的結果,而它先前沒有被量過。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5413248"/>
            <a:ext cx="10561320" cy="118872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5550408"/>
            <a:ext cx="1015898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這把先前「113 場盲打」的範圍推到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1,829 場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,而新的那一群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被程式記成觀測者正常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（`blind: false`）—— 我加的那個欄位只記「`Observer()` 有沒有返回」,不記「它有沒有收到東西」,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對這 1,829 場它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誠實地回報了一件不夠的事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。⚠️ 攻擊有執行,不成立的只有「適應」那一半。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[Sources] 預先註冊 commit d5bbb4d;只讀 3,841 場的攻擊日誌與 manifest,沒有碰任何特徵表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A NEGATIVE RESULT, PRE-REGISTERED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最簡單的那個去混淆,一點都沒有回收到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29968"/>
            <a:ext cx="7680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6665F"/>
                </a:solidFill>
                <a:latin typeface="Microsoft JhengHei"/>
              </a:rPr>
              <a:t>把每一場減掉它所屬批次的良性中位數（對自己留一法,不碰 test）。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596896"/>
            <a:ext cx="31345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變換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8651" y="2596896"/>
            <a:ext cx="445495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對基準的差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2871215"/>
            <a:ext cx="76809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2999232"/>
            <a:ext cx="3116275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V0  原始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38651" y="2999232"/>
            <a:ext cx="4454956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P 0.5124 ／ E 0.4040　← 逐位重現基準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314700"/>
            <a:ext cx="3116275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V1  批次中心化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38651" y="3314700"/>
            <a:ext cx="4454956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−0.0057 ／ −0.0163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630168"/>
            <a:ext cx="3116275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V2  ＋ MAD 縮放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8651" y="3630168"/>
            <a:ext cx="4454956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再 −0.0045 ／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−0.0715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3945635"/>
            <a:ext cx="3116275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V3  全域中心化（對照）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8651" y="3945635"/>
            <a:ext cx="4454956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−0.0002 ／ −0.0005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4407407"/>
            <a:ext cx="7680960" cy="731520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104" y="4535423"/>
            <a:ext cx="7223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⇒ 階梯的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兩步都是負的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。判準要 ≥+0.05,≤+0.01 即否證。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" y="5285231"/>
            <a:ext cx="7680960" cy="102412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5422392"/>
            <a:ext cx="72786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被否證的是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那個特定的去混淆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,不是「資訊可回收」這個廣義主張 —— 先前量過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「有沒有學習器」值 0.13–0.16,所以分類器本來就在做幾何以外的事。⚠️ 依註冊的禁令,</a:t>
            </a:r>
          </a:p>
          <a:p>
            <a:pPr algn="l">
              <a:lnSpc>
                <a:spcPct val="130000"/>
              </a:lnSpc>
            </a:pPr>
            <a:r>
              <a:rPr sz="1050" b="1">
                <a:solidFill>
                  <a:srgbClr val="66665F"/>
                </a:solidFill>
                <a:latin typeface="Microsoft JhengHei"/>
              </a:rPr>
              <a:t>沒有發明第四種正規化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、沒有為了讓它成立而放寬任何一條洩漏界線。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596896"/>
            <a:ext cx="27432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⚠️ 而我註冊的兩道洩漏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檢查</a:t>
            </a:r>
            <a:r>
              <a:rPr sz="1100" b="1">
                <a:solidFill>
                  <a:srgbClr val="66665F"/>
                </a:solidFill>
                <a:latin typeface="Microsoft JhengHei"/>
              </a:rPr>
              <a:t>都沒有判別力</a:t>
            </a:r>
            <a:r>
              <a:rPr sz="1100" b="0">
                <a:solidFill>
                  <a:srgbClr val="66665F"/>
                </a:solidFill>
                <a:latin typeface="Microsoft JhengHei"/>
              </a:rPr>
              <a:t>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理由還互相獨立: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G4 的門檻在未變異的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那一臂就已經滿足;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C6 在一個模式飽和、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在另一個</a:t>
            </a:r>
            <a:r>
              <a:rPr sz="1100" b="1">
                <a:solidFill>
                  <a:srgbClr val="66665F"/>
                </a:solidFill>
                <a:latin typeface="Microsoft JhengHei"/>
              </a:rPr>
              <a:t>方向相反</a:t>
            </a:r>
            <a:r>
              <a:rPr sz="1100" b="0">
                <a:solidFill>
                  <a:srgbClr val="66665F"/>
                </a:solidFill>
                <a:latin typeface="Microsoft JhengHei"/>
              </a:rPr>
              <a:t>。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**而腳本對其中一個印了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「咬住 ✅」</a:t>
            </a:r>
            <a:r>
              <a:rPr sz="1100" b="0">
                <a:solidFill>
                  <a:srgbClr val="66665F"/>
                </a:solidFill>
                <a:latin typeface="Microsoft JhengHei"/>
              </a:rPr>
              <a:t>** —— 空洞為真。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943600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預先註冊 commit ac36dab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METHOD  ·  紀錄本身就是結果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八份事前註冊,而連續五輪我自己註冊的檢查有設計缺陷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47088"/>
            <a:ext cx="31729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3877056" y="1847088"/>
            <a:ext cx="76169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</a:p>
        </p:txBody>
      </p:sp>
      <p:sp>
        <p:nvSpPr>
          <p:cNvPr id="9" name="Rectangle 8"/>
          <p:cNvSpPr/>
          <p:nvPr/>
        </p:nvSpPr>
        <p:spPr>
          <a:xfrm>
            <a:off x="612648" y="2121408"/>
            <a:ext cx="108813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249424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八份事前註冊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77056" y="2249424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每一份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單獨成一個 commit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,訊息逐字寫「刻意不含任何結果」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15184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⇒ 不需要相信自述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615184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git 歷史自己證明註冊先於量測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80944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主要假設的判定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2980944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十二輪裡幾乎</a:t>
            </a:r>
            <a:r>
              <a:rPr sz="1280" b="1">
                <a:solidFill>
                  <a:srgbClr val="2F302D"/>
                </a:solidFill>
                <a:latin typeface="Microsoft JhengHei"/>
              </a:rPr>
              <a:t>全部被否證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（只有一輪三個預測全部成立）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346703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我自己註冊的檢查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056" y="3346703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連續五輪有設計缺陷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,而四個都是我在發表之前自己找到的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712463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⇒ 而缺陷會被接住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77056" y="3712463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每一輪的缺陷變成下一輪的事前檢查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 —— 實測它咬到了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4078224"/>
            <a:ext cx="3154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0">
                <a:solidFill>
                  <a:srgbClr val="2F302D"/>
                </a:solidFill>
                <a:latin typeface="Microsoft JhengHei"/>
              </a:rPr>
              <a:t>累計儀器故障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4078224"/>
            <a:ext cx="76169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80" b="1">
                <a:solidFill>
                  <a:srgbClr val="2F302D"/>
                </a:solidFill>
                <a:latin typeface="Microsoft JhengHei"/>
              </a:rPr>
              <a:t>31 次</a:t>
            </a:r>
            <a:r>
              <a:rPr sz="1280" b="0">
                <a:solidFill>
                  <a:srgbClr val="2F302D"/>
                </a:solidFill>
                <a:latin typeface="Microsoft JhengHei"/>
              </a:rPr>
              <a:t>「量測工具的缺陷偽裝成被量對象的性質」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4590288"/>
            <a:ext cx="10561320" cy="896112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0392" y="4736592"/>
            <a:ext cx="101498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⭐ 最乾淨的一筆:為了抓上一輪的「平手退化」而設計的那道事前檢查,實測把平手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11 → 0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、組內變異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50.7% → 1.3%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 —— 它確實咬到了。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" y="5632704"/>
            <a:ext cx="10561320" cy="950976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3816" y="5769864"/>
            <a:ext cx="101589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而那個遞進有代價: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最新那一輪的缺陷還沒有對應的檢查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。它漏掉了一種與已涵蓋的那種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形狀完全相同的失效（觀測者活著、但一則都沒收到）—— 我沒有假裝它已經解決。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[Sources] commit 887811b / 154682d / 808e905 / dd5888b / ac36dab / d5bbb4d 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WHAT THE REMAINING 5% ACTUALLY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不是「沒有訓練過那個模型」——缺的是一份沒被花掉的 holdout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249424"/>
            <a:ext cx="25200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查核（不是推論）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4174" y="2249424"/>
            <a:ext cx="506943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事實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523744"/>
            <a:ext cx="76809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250179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理由一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4174" y="2651760"/>
            <a:ext cx="506943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`test_metrics` 等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四個欄位全是 `None`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,沒有任何逐列分數落盤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76372"/>
            <a:ext cx="250179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理由二（獨立）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4174" y="2976372"/>
            <a:ext cx="506943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兩份 `test` 封印都已開封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（242／292 場）⇒ 第二次讀取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300984"/>
            <a:ext cx="250179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唯一未開封的那一份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24174" y="3300984"/>
            <a:ext cx="506943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scope 只含留出的 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2／20 個攻擊類別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⇒ 不可比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625596"/>
            <a:ext cx="250179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而模型在磁碟上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24174" y="3625596"/>
            <a:ext cx="506943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2.37 GB ／ 383 MB,各有 `.sha256.hmac`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" y="3968496"/>
            <a:ext cx="7680960" cy="731520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2104" y="4096512"/>
            <a:ext cx="7223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⇒ 與識別、未知攻擊那兩列是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同一個瓶頸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:沒有任何未花掉的 test holdout。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882896"/>
            <a:ext cx="7680960" cy="1024128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3816" y="5020056"/>
            <a:ext cx="7278624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⭐ 而同一次查核在磁碟上找到兩個沒有人讀過的數字:出貨二元頭在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新資料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上的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PR-AUC（validation）P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0.9724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／ E 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0.9626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 ⇒ 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**把識別打到 0.46／0.42 的那個批次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多樣性沒有摧毀二元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**。⚠️ 不可與舊資料 test 的 0.9900／0.9774 相減。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249424"/>
            <a:ext cx="2743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而第二個數字獨立支持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核心判斷: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二元的 `network only`</a:t>
            </a:r>
          </a:p>
          <a:p>
            <a:pPr algn="l">
              <a:lnSpc>
                <a:spcPct val="140000"/>
              </a:lnSpc>
            </a:pPr>
            <a:r>
              <a:rPr sz="1100" b="1">
                <a:solidFill>
                  <a:srgbClr val="66665F"/>
                </a:solidFill>
                <a:latin typeface="Microsoft JhengHei"/>
              </a:rPr>
              <a:t>幾乎等於 fusion</a:t>
            </a:r>
            <a:r>
              <a:rPr sz="1100" b="0">
                <a:solidFill>
                  <a:srgbClr val="66665F"/>
                </a:solidFill>
                <a:latin typeface="Microsoft JhengHei"/>
              </a:rPr>
              <a:t>,而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`telemetry only` 差很多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（0.8085 ／ 0.6746）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⇒ 同一個模式,「是不是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攻擊」是網路任務、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「是哪一種」是遙測任務。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5852160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一份 10-15 寫出、從來沒有人讀過的產物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66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WHAT I GOT WRONG  ·  十二輪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10241280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每一次推翻都有同一個形狀:上一個是推論,下一個是量測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47088"/>
            <a:ext cx="40434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我寫過的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7564" y="1847088"/>
            <a:ext cx="67464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量測說的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121408"/>
            <a:ext cx="108813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249424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「`identity_abuse` 的落差是粒度」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564" y="2249424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F302D"/>
                </a:solidFill>
                <a:latin typeface="Microsoft JhengHei"/>
              </a:rPr>
              <a:t>是通道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 —— 那兩欄的分離度排 59–60／176 與 92／176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74036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「那兩類沒有專屬通道,會一起動」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7564" y="2574036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F302D"/>
                </a:solidFill>
                <a:latin typeface="Microsoft JhengHei"/>
              </a:rPr>
              <a:t>在相反的通道上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,所以從來沒有理由一起動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898648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「`hmac_forgery` 與低位元組那群共用」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7564" y="2898648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F302D"/>
                </a:solidFill>
                <a:latin typeface="Microsoft JhengHei"/>
              </a:rPr>
              <a:t>分不開的是 `normal`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,與鄰居類別分得很開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223260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「隨機森林只多 0.045」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47564" y="3223260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F302D"/>
                </a:solidFill>
                <a:latin typeface="Microsoft JhengHei"/>
              </a:rPr>
              <a:t>統計量不匹配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,對的是 +0.1292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547872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「Enforce 的批次效應較小」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7564" y="3547872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控制類別數後</a:t>
            </a:r>
            <a:r>
              <a:rPr sz="1200" b="1">
                <a:solidFill>
                  <a:srgbClr val="2F302D"/>
                </a:solidFill>
                <a:latin typeface="Microsoft JhengHei"/>
              </a:rPr>
              <a:t>一樣大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（3.7552 對 3.6622）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872483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「長尺度漂移是設定變更」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7564" y="3872483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F302D"/>
                </a:solidFill>
                <a:latin typeface="Microsoft JhengHei"/>
              </a:rPr>
              <a:t>量體與 era 兩個成分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,而我點名的 era 也錯了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4197096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「拆開平手會把 ρ 推上去」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7564" y="4197096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F302D"/>
                </a:solidFill>
                <a:latin typeface="Microsoft JhengHei"/>
              </a:rPr>
              <a:t>符號翻轉</a:t>
            </a:r>
            <a:r>
              <a:rPr sz="1200" b="0">
                <a:solidFill>
                  <a:srgbClr val="2F302D"/>
                </a:solidFill>
                <a:latin typeface="Microsoft JhengHei"/>
              </a:rPr>
              <a:t>（+0.4001 → −0.4137）,成因仍未查明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521708"/>
            <a:ext cx="4025188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0">
                <a:solidFill>
                  <a:srgbClr val="2F302D"/>
                </a:solidFill>
                <a:latin typeface="Microsoft JhengHei"/>
              </a:rPr>
              <a:t>「批次內正規化可以回收資訊」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7564" y="4521708"/>
            <a:ext cx="6746443" cy="3246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F302D"/>
                </a:solidFill>
                <a:latin typeface="Microsoft JhengHei"/>
              </a:rPr>
              <a:t>兩步都是負的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4992624"/>
            <a:ext cx="10561320" cy="76809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50392" y="5138928"/>
            <a:ext cx="1014984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⇒ 判準不是「相信我」,是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「那句話是推論還是量測」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 —— 而每一次都是量測贏。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" y="5907024"/>
            <a:ext cx="10561320" cy="786384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3816" y="6044184"/>
            <a:ext cx="101589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⚠️ 這一張表本身就是</a:t>
            </a:r>
            <a:r>
              <a:rPr sz="1050" b="1">
                <a:solidFill>
                  <a:srgbClr val="66665F"/>
                </a:solidFill>
                <a:latin typeface="Microsoft JhengHei"/>
              </a:rPr>
              <a:t>還沒結束</a:t>
            </a:r>
            <a:r>
              <a:rPr sz="1050" b="0">
                <a:solidFill>
                  <a:srgbClr val="66665F"/>
                </a:solidFill>
                <a:latin typeface="Microsoft JhengHei"/>
              </a:rPr>
              <a:t>的證據:八份註冊裡最新那一輪的缺陷還沒有對應的檢查,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66665F"/>
                </a:solidFill>
                <a:latin typeface="Microsoft JhengHei"/>
              </a:rPr>
              <a:t>而 Permissive 的逐類天花板三輪下來仍然沒有可用的量化形式。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991295" y="0"/>
            <a:ext cx="3200400" cy="6858000"/>
          </a:xfrm>
          <a:prstGeom prst="rect">
            <a:avLst/>
          </a:prstGeom>
          <a:solidFill>
            <a:srgbClr val="657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274552" y="6428232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19" b="0">
                <a:solidFill>
                  <a:srgbClr val="66665F"/>
                </a:solidFill>
                <a:latin typeface="Microsoft JhengHe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74980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86605F"/>
                </a:solidFill>
                <a:latin typeface="Microsoft JhengHei"/>
              </a:rPr>
              <a:t>STILL NOT DEPLOYABLE  ·  而那是對的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042415"/>
            <a:ext cx="8046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850" b="1">
                <a:solidFill>
                  <a:srgbClr val="2F302D"/>
                </a:solidFill>
                <a:latin typeface="Microsoft JhengHei"/>
              </a:rPr>
              <a:t>十二輪沒有打開任何一條可執行路徑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194560"/>
            <a:ext cx="344180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出貨設定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5889" y="2194560"/>
            <a:ext cx="414771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1">
                <a:solidFill>
                  <a:srgbClr val="66665F"/>
                </a:solidFill>
                <a:latin typeface="Microsoft JhengHei"/>
              </a:rPr>
              <a:t>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" y="2468879"/>
            <a:ext cx="7680960" cy="12801"/>
          </a:xfrm>
          <a:prstGeom prst="rect">
            <a:avLst/>
          </a:prstGeom>
          <a:solidFill>
            <a:srgbClr val="EAE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2648" y="2596896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`executable_classes`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45889" y="2596896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空清單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 —— 零個類別被授權執行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912363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`LIVE_NFT_ACTIVATION_ALLOWED`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5889" y="2912363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227831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`deployment_eligible`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889" y="3227831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2F302D"/>
                </a:solidFill>
                <a:latin typeface="Microsoft JhengHei"/>
              </a:rPr>
              <a:t>false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（兩個模式）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3543299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`ood_scorer_enforce`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5889" y="3543299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`undecided`（24 格全零 ⇒ 選擇不影響）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858767"/>
            <a:ext cx="3423513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兩次端到端封鎖的授權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5889" y="3858767"/>
            <a:ext cx="4147718" cy="3154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F302D"/>
                </a:solidFill>
                <a:latin typeface="Microsoft JhengHei"/>
              </a:rPr>
              <a:t>來自</a:t>
            </a:r>
            <a:r>
              <a:rPr sz="1350" b="1">
                <a:solidFill>
                  <a:srgbClr val="2F302D"/>
                </a:solidFill>
                <a:latin typeface="Microsoft JhengHei"/>
              </a:rPr>
              <a:t>人的片語</a:t>
            </a:r>
            <a:r>
              <a:rPr sz="1350" b="0">
                <a:solidFill>
                  <a:srgbClr val="2F302D"/>
                </a:solidFill>
                <a:latin typeface="Microsoft JhengHei"/>
              </a:rPr>
              <a:t>,不是模型判定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320539"/>
            <a:ext cx="7680960" cy="676656"/>
          </a:xfrm>
          <a:prstGeom prst="rect">
            <a:avLst/>
          </a:prstGeom>
          <a:solidFill>
            <a:srgbClr val="D1C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104" y="4448555"/>
            <a:ext cx="72237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420" b="1">
                <a:solidFill>
                  <a:srgbClr val="2F302D"/>
                </a:solidFill>
                <a:latin typeface="Microsoft JhengHei"/>
              </a:rPr>
              <a:t>⇒ 這十二輪全部是 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`holdout_reads: 0`</a:t>
            </a:r>
            <a:r>
              <a:rPr sz="1420" b="1">
                <a:solidFill>
                  <a:srgbClr val="2F302D"/>
                </a:solidFill>
                <a:latin typeface="Microsoft JhengHei"/>
              </a:rPr>
              <a:t> 的離線分析。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180075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>
                <a:solidFill>
                  <a:srgbClr val="86605F"/>
                </a:solidFill>
                <a:latin typeface="Microsoft JhengHei"/>
              </a:rPr>
              <a:t>下一步（需要授權的三項）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509259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① 一次帶活觀測者的 N9 live 執行（`-i lo`）—— D1 現在只能這樣回答</a:t>
            </a:r>
          </a:p>
          <a:p>
            <a:pPr algn="l">
              <a:lnSpc>
                <a:spcPct val="146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② soak ＋ 正向對照 —— 封鎖鏈仍然是「一次、一種攻擊、無對照」</a:t>
            </a:r>
          </a:p>
          <a:p>
            <a:pPr algn="l">
              <a:lnSpc>
                <a:spcPct val="146000"/>
              </a:lnSpc>
            </a:pPr>
            <a:r>
              <a:rPr sz="1200" b="0">
                <a:solidFill>
                  <a:srgbClr val="66665F"/>
                </a:solidFill>
                <a:latin typeface="Microsoft JhengHei"/>
              </a:rPr>
              <a:t>③ 新一批跨批次資料 —— 這個專案沒有任何未花掉的 test holdout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194560"/>
            <a:ext cx="27432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離線但刻意沒做的: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· 把 `cmd_total` 與 `alerts`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　寫進 trace（記錄改動,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　不是放寬 —— 要下一次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　campaign 才吃得到）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· 排他性的第四個變體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　（註冊的禁令擋著,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　 需要它自己的註冊）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· Permissive 那 35.1%</a:t>
            </a:r>
          </a:p>
          <a:p>
            <a:pPr algn="l">
              <a:lnSpc>
                <a:spcPct val="140000"/>
              </a:lnSpc>
            </a:pPr>
            <a:r>
              <a:rPr sz="1100" b="0">
                <a:solidFill>
                  <a:srgbClr val="66665F"/>
                </a:solidFill>
                <a:latin typeface="Microsoft JhengHei"/>
              </a:rPr>
              <a:t>　仍然沒有解釋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68795"/>
            <a:ext cx="69494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19" b="0">
                <a:solidFill>
                  <a:srgbClr val="827870"/>
                </a:solidFill>
                <a:latin typeface="Microsoft JhengHei"/>
              </a:rPr>
              <a:t>[Sources] action_policy.json · decision.py · 四份封印檔 · CLAUDE.md 不可宣稱表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